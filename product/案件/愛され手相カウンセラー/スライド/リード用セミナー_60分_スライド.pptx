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手相は変わる。</a:t>
            </a:r>
            <a:br/>
            <a:r>
              <a:t>人生も少しずつ動かせる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愛され手相カウンセラー 入門セミナー（60分）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LPコピー × 開催理由 × v2体験設計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本日のストーリーライン（全体像）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レイヤー　今日の役割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WHY　なぜこのセミナーか／占い師の壁はどこか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What　LPの約束（手相の意味・愛され手相とは・成果像）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HOW　ミニ講義＋伝え方の型＋実践（やり方に入る前までを厚く）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HOW（手の見方）に入る前に、WHYとWhatで腹落ちさせる。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本セミナーのスタンス（v2）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旧　今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売り込み前提　体験価値前提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長尺クロージング　個別説明会に分離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今日の主役は「なぜ手相か」と「あなたの手」と「言葉の渡し方」。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参加後のゴール（3つ）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手相の見方を最低1つ、自分の言葉で説明できる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「当てる」より「安心を渡す」視点を理解する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次の一歩（個別診断 or 説明会）を、自分で判断できる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WHY｜なぜこのセミナーを開催するのか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これまでたくさんの占いを使ったカウンセラー向けの講座を開いてきました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その中で、はっきり感じたことがあります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占い師を目指すなら、手相は必須に近い。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WHY｜なぜ「必須」なのか（一言）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手相は、人生の縮図だから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誕生日や星の配置だけでは拾いきれないいまの生き方が、線に出る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対面・画面越しでも「いまここ」から対話を始められる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※この後のLPパートで、言葉をそろえます。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前提の共有（このセミナーの立ち位置）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タロットや命術だけでも学べますが、現場で人の心が開く瞬間に強いのが手相です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今日は売り込みではなく、LPと同じ土台を短時間で体感する場です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WHY｜占い師・学習者の「よくある問題」（LP共通）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多くの方が、次の前で止まります。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本を読んでも、実際の手を見るとわからない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意味は知っているのに、言葉にできない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学んでも、鑑定として成立しない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WHY｜なぜ「稼げない／続かない」ように感じるのか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知識や資格の枚数だけを増やしても、現場の一言が増えないことがある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「当てる」に寄りすぎると、不安を煽る鑑定になりがちでリピートが切れる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症状は違っても、根っこは近いことが多い。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WHY｜その問題は「ここ」（核心）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手相は、知識だけでは手のひらの前で言葉が出てきません。（LP）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イラストと、目の前の人の手はまったく違う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足りないのは 「生きた手を見て、届ける練習」（LP）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どこを見るか → 何を拾うか → どう伝えるか の順番と、練習の場（LP）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WHY｜才能の話ではなく（LP・口頭必須）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才能じゃなく、順番と場が足りなかっただけ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「やってみたい」のまま、夜に戻る前に（LPサブヘッド）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今日は、その順番の入り口と場の雰囲気をお渡しします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WHY → What｜ソリューションの方向（今日の約束）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閉じた運命ではなく、選び直せる人生の地図として手相を使う（LP）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線は、生き方のあとがきのように伸びていく（LP）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手相は変わる → 未来はいつからでも動かせる（LP）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What（LP）｜手のひらが教えてくれること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「これまで」と「これから」が、静かに刻まれている（LP導入）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生年月日は変わらない。手のひらは、いまのあなたを映す（LP）</a:t>
            </a:r>
          </a:p>
          <a:p>
            <a:pPr lvl="1">
              <a:spcAft>
                <a:spcPts val="400"/>
              </a:spcAft>
              <a:defRPr sz="1300">
                <a:latin typeface="Yu Gothic"/>
              </a:defRPr>
            </a:pPr>
            <a:r>
              <a:t>選んできた道のり／感情のクセ／生き方が変わったあと（LP）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What（LP）｜他の占術にない温かさ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相手の手に触れながら、人生を言葉にしていける（LP）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目の前の人だけの物語を返すと、表情がふっとやわらぐ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「この人は、ちゃんと私を見てくれている」（LP引用）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What（LP）｜愛され手相カウンセラーとは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線の意味を並べるだけではない。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不安を、急かさずほどく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言えなかった可能性を、やさしく言葉にする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背中を、そっと押す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「話しやすい人」→「また会いたい人」へ（LP）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What（LP）｜講座で手にするもの（イメージ）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全6回（LPカリキュラム要約）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手の形 → 生命・知能 → 感情・運命 → 太陽・財運・結婚 → その他の線 → 実践演習（伝え方まで）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受講後に残る手応え（LP）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手相を前にしても迷わない軸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相手の心に届く伝え方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人との距離が自然に縮まる関わり方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「私でも、誰かのよろこびになれる」実感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ブリッジ｜ここから HOW（やり方） に入ります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これまでが WHY（なぜ手相か・壁はどこか） と What（LPの約束）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ここから HOW：今日は入門の入り口だけ（手の形〜三線＋伝え方の型＋ミニ実践）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細部の線・全6回の深掘りは講座本編・説明会で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HOW｜本日のミニ講義の範囲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手の形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生命線・知能線・感情線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伝え方の型（共感→意味づけ→一歩）までがセット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HOW｜手の形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大きさ・厚み・指のバランス＝観察の入り口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「当てにいく」より特徴を言語化する練習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HOW｜生命線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生命力・スタミナ・健康の傾向の枠組み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断定ではなく「いまの傾向」として伝える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HOW｜知能線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思考・知性・才能の出方のイメージ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今日は入口のみ（適職に寄せすぎない）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HOW｜感情線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愛情の受け止め方・対人の距離感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「性格の全部」ではなく対人のクセとして扱う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HOW｜伝え方の基本（LP精神と一致）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NG　OKの型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断定して怖がらせる　共感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悪い結果だけ強調する　意味づけ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答えを一方的に押しつける　次の一歩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HOW｜伝え方の型（そのまま使える）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共感 … 気持ち・状況に寄り添う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意味づけ … 線をラベルではなく物語の手がかりに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次の一歩 … 小さな行動 or 気づきを1つだけ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「当てる」より「安心を渡す」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ミニ実践（35–45分）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自分の手 or 家族の手で 1ポイント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2〜3名シェア（任意）・講師フィードバック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完璧より言葉にしたことをほめる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60分タイムライン（改訂）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時間　ブロック　内容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0–12分　WHY　開催理由・問題の核心・ソリューションの方向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12–28分　What　LPの約束・愛され手相・成果像・ブリッジ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28–45分　HOW　三線ミニ講義＋伝え方の型＋ミニ実践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45–55分　まとめ　振り返り・向き不向き・変化3点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55–60分　案内　希望者のみ・圧をかけない一言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まとめ｜今日の振り返り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いちばん残った言葉は？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生命線・知能線・感情線のうち、どれを自分に当てはめた？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向いている人 / 向いていない人（正直に）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向いている例 … 聴くのが好き／怖がらせたくない／小さく試したい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向いていない例 … 当てることだけが目的／不安を燃料にしたい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※合わなければ無理に次へ進まないでOK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「学ぶと何が変わるか」（3点・LPと接続）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手相を前にしても迷わない軸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相手の心に届く伝え方の型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「話しやすい人」→「また会いたい人」のイメージ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案内（55–60分）｜次の一歩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希望者のみ … 個別診断 or 無料手相体験＆講座説明会（LP・CTA）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価格・特典の詳細は本編の主目的にしない（別資料）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LPの説明会の流れ（参考・口頭で短く）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手相鑑定＆カウンセリング体験（目安30分）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料金・カリキュラム案内（目安60分）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圧をかけない一言（必ず）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必要だと思った方だけ、次に進んでください。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運用メモ（講師・事務局）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LP強い文言は口頭で必ず1回以上：「手相は変わる」「才能じゃなく、順番と場が足りなかっただけ」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WHYパートで講師の実体験（講座歴・手相必須と感じた理由）を30秒〜2分足してもよい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長尺クロージングは個別説明会スライド側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参考｜短縮上映（12枚・LP＋WHY圧縮）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#　内容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1　タイトル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2　ストーリーライン WHY/What/HOW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3　開催理由＋手相は人生の縮図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4　占い師の問題→核心（知識だけでは言葉が出ない）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5　ソリューション方向＋キーメッセージ（地図・変わる）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6　愛され手相とは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7　ここからHOW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8–10　手の形・生命線・（知能＋感情は1枚に圧縮可）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11　伝え方の型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12　案内＋一言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手相は変わる。あなたの言葉も、少しずつ育てられます。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