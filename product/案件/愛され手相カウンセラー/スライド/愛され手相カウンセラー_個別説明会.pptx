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愛され手相カウンセラー</a:t>
            </a:r>
            <a:br/>
            <a:r>
              <a:t>手相カウンセリング体験 &amp; 講座説明会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916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Yu Gothic"/>
              </a:defRPr>
            </a:pPr>
            <a: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個別説明会のお願い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916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サービス品質向上のため録画をさせて頂きます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集中できる環境を作るために、携帯電話をオフにお願いします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説明会中の画面撮影・録画録音につきましてはご遠慮ください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個別説明会開催にあたって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916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この時間は、あなたにとって手相カウンセラーとしての活動が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本当にあっているのかを確認するための時間です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新しい情報や、何か良い話を聞けるというものではありません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是非、自分ゴトとしていただきご参加くださいね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個別説明会開催にあたって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916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LIVEの感想を簡単に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お聞かせ願えますか？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気になった場面、お話など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個別説明会開催にあたって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916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先に確認させていただきます。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価格とカリキュラムを聞いた上で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もし講座の内容が合えば、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何らかのお返事をいただけますか？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個別説明会開催にあたって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916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この時間のゴールは？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どんな目的でご参加されましたか？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本日の予定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916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本田先生による手相カウンセリング体験　30分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あなたの手相から、本田先生があなたの現状と可能性を言葉にします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講座事務局による個別コンサル　60分〜90分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あなたの現在地を確認し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理想の未来を確認した上で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ベストなご提案をさせていただきます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本田先生による手相カウンセリング体験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916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Yu Gothic"/>
              </a:defRPr>
            </a:pPr>
            <a: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手相カウンセリング体験は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916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いかがでしたか？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愛され手相カウンセラーという働き方が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916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あなたにもたらす変化について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一緒に確認していきましょう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手相カウンセラーとなって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916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解決したいお悩みをお聞かせください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6ヵ月～1年後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916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具体的にどうなっていたいですか？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理想の未来を教えてください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10年後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916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具体的にどうなっていたいですか？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理想の未来を教えてください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なぜ、そのお悩みは今まで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916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解決されなかったと思いますか？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今まで、お悩みを解決しようとして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916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どんなことをしてきましたか？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今のままの状態で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916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何もしなかったとすると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この先どうなっていると思いますか？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理想の未来の整理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916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Yu Gothic"/>
              </a:defRPr>
            </a:pPr>
            <a:r>
              <a:t>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916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Yu Gothic"/>
              </a:defRPr>
            </a:pPr>
            <a:r>
              <a:t>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養成講座の詳細な説明を希望されますか？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916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Yu Gothic"/>
              </a:defRPr>
            </a:pPr>
            <a:r>
              <a:t>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愛され手相カウンセラー養成講座　概要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916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Yu Gothic"/>
              </a:defRPr>
            </a:pPr>
            <a:r>
              <a:t>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これからご案内する養成講座は、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916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手相の「見立て方 × 伝え方」を実践で身につけ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「また会いたい」と言われる手相カウンセラーを目指す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全6回のオンライン講座です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2026年5月中旬スタート（予定）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愛され手相カウンセラーとは？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916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線の意味を並べるだけではない。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不安を、急かさずほどく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言えなかった可能性を、やさしく言葉にする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背中を、そっと押す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「話しやすい人」→「また会いたい人」へ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3つのコース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916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コース　内容　料金（税込）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自習コース　動画視聴のみ　59,800円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手相コース　全6回講座＋練習会3回　148,000円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先生コース　講座＋ストアカ登録＋実習×2＋協会認定　298,000円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自習コース　59,800円（税込）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916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動画のみで学べる入門コース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全6回分の講座動画を自由に視聴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自分のペースで手相の基礎を習得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まずは手相を学んでみたい方に最適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手相コース　148,000円（税込）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916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全6回の講座 ＋ 練習会3回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全6回のオンライン講座（ライブ＋アーカイブ視聴）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言語化トレーニング付きの練習会3回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周りの人に手相カウンセリングを提供できるレベルを目指す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カリキュラム（全6回）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916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手の形と全体観察の基本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生命線・知能線の読み解き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感情線・運命線の読み解き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太陽線・財運線・結婚線ほか主要線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ケース別の鑑定実践（悩み別対応）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伝え方実践（共感→意味づけ→一歩）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各回で「知識インプット」だけでなく、言語化トレーニングを行います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先生コース　298,000円（税込）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916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ビジネスとして手相カウンセリングを提供したい方へ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手相コースの全内容を含む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ストアカへのエントリーサポート（登録〜掲載まで）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実習×2回（実際の受講生への指導体験）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協会認定料込み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教材使用権（100,000円相当）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伝え方の型（全コース共通）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916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NG　OKの型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断定して怖がらせる　共感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悪い結果だけ強調する　意味づけ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答えを一方的に押しつける　次の一歩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「当てる」より「安心を渡す」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受講後に残る手応え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916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手相を前にしても迷わない軸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相手の心に届く伝え方の型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「話しやすい人」→「また会いたい人」への変化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「私でも、誰かのよろこびになれる」実感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よくある質問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916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Q. 毎回講座に参加できるか日程が心配です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各講座はアーカイブ動画でも視聴可能です。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ライブ参加が難しい回も、安心してご受講いただけます。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よくある質問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916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Q. 今じゃない気がします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「やりたい！」と思ったら、先延ばしせずに「えぃっ」と飛び込んでみてください。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思いきって決断した方たちは、今ではそれぞれの夢を叶えていらっしゃいます。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よくある質問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916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Q. 手相をまったく知らないのですが大丈夫ですか？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まったく問題ありません。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初心者の方にも理解しやすいカリキュラムになっています。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「知識がある」よりも「人の話を聴くのが好き」という方に向いています。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もし、あなたが…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916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この講座に参加し「愛され手相カウンセラー」に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なったとしたら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未来は、どのように変化するのでしょう？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「当てる人」ではなく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916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「また会いたい人」になれる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手相を通じて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916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「ありがとう」と言われるたびに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心が満たされる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好きを仕事にしたい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916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愛され手相カウンセラーになりたい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絶好の機会をお金の制約で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あきらめてほしくない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その想いで、分割払いもご用意しました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養成講座の価値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916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内容　価値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全6回の手相講座（ライブ＋アーカイブ）　120,000円相当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練習会3回（言語化トレーニング）　60,000円相当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伝え方カウンセリング講座　80,000円相当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スタートアップコンサル　30,000円相当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フォローアップサポート　75,000円相当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合計　365,000円相当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講座料金のご案内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916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コース　料金（税込）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自習コース　59,800円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手相コース　148,000円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先生コース　298,000円（教材使用料込み）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講座の料金は別にして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916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もしもこのノウハウが、あなたの人生において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全く必要と感じていないのであれば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ここでご案内を終了いたしますが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いかがでしょうか？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ここまで聞いて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916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愛され手相カウンセラーになりたい！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と思った方にのみ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受講料金の案内をさせていただきます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料金の案内を希望されますか？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本日中の特別価格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916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本日中にお申し込みの方限定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コース　通常価格　本日特別価格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手相コース　148,000円　133,200円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先生コース　298,000円　268,200円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さらに銀行一括払い 特別価格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916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本日中にお申し込み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かつ3日以内に銀行振込一括払いの場合のみ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コース　本日価格　銀行一括特別価格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手相コース　133,200円　120,000円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先生コース　268,200円　240,000円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手相コース　お支払いパターン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916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支払い方法　金額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銀行振込一括（3日以内）　120,000円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クレジットカード一括　133,200円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分割払い（6回）　133,200円（22,200円×6回）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分割払い（12回）　133,200円（11,100円×12回）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先生コース　お支払いパターン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916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支払い方法　金額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銀行振込一括（3日以内）　240,000円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クレジットカード一括　268,200円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分割払い（6回）　268,200円（44,700円×6回）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分割払い（12回）　268,200円（22,350円×12回）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本日ご登録いただく申し込みフォームはこちらから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916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Yu Gothic"/>
              </a:defRPr>
            </a:pPr>
            <a:r>
              <a:t> 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いかがなさいますか？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916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Yu Gothic"/>
              </a:defRPr>
            </a:pPr>
            <a:r>
              <a:t> 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講座参加までの流れ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916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入金確認後に事務局より参加のご案内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↓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専用チャットに参加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↓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スタートアップコンサル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（後日、日程調整をします）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↓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2026年5月中旬より本講座スタート（予定）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この講座に参加した後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916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あなたの人生をどう変えますか？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ご自身との約束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本田先生からのメッセージ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916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💐 愛され手相カウンセラー養成講座へのご参加、おめでとうございます！💐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手相カウンセラーとしての道を選ぶことは、「新しい人生の扉」を開く瞬間です。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私は、手相を通じて人と深く関われることが、本当に嬉しいと感じています。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そして、あなたも同じように「手相カウンセラーになってよかった」と思えるように、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私が一生懸命お教えすることをお約束します。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本田先生からのメッセージ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916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手相は変わります。あなたの言葉も、必ず育ちます。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迷っても大丈夫、立ち止まっても大丈夫。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仲間たちとともに、成長していけます。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あなたの手相カウンセリングが、誰かの人生を照らす日を楽しみにしています🌈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この決断は、未来のあなたが感謝する最高の選択です。</a:t>
            </a:r>
          </a:p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心からの祝福とエールを込めて。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latin typeface="Yu Gothic"/>
              </a:defRPr>
            </a:pPr>
            <a:r>
              <a:t>ありがとうございました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916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latin typeface="Yu Gothic"/>
              </a:defRPr>
            </a:pPr>
            <a:r>
              <a:t>手相は変わる。あなたの言葉も、少しずつ育てられます。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