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y="5143500" cx="9144000"/>
  <p:notesSz cx="6858000" cy="9144000"/>
  <p:embeddedFontLst>
    <p:embeddedFont>
      <p:font typeface="M PLUS Rounded 1c Light"/>
      <p:regular r:id="rId83"/>
      <p:bold r:id="rId84"/>
    </p:embeddedFont>
    <p:embeddedFont>
      <p:font typeface="Kosugi Maru"/>
      <p:regular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86" roundtripDataSignature="AMtx7miMSw8SiDjJChtQSAFwzPqLZkFW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MPLUSRounded1cLight-bold.fntdata"/><Relationship Id="rId83" Type="http://schemas.openxmlformats.org/officeDocument/2006/relationships/font" Target="fonts/MPLUSRounded1cLight-regular.fntdata"/><Relationship Id="rId42" Type="http://schemas.openxmlformats.org/officeDocument/2006/relationships/slide" Target="slides/slide36.xml"/><Relationship Id="rId86" Type="http://customschemas.google.com/relationships/presentationmetadata" Target="metadata"/><Relationship Id="rId41" Type="http://schemas.openxmlformats.org/officeDocument/2006/relationships/slide" Target="slides/slide35.xml"/><Relationship Id="rId85" Type="http://schemas.openxmlformats.org/officeDocument/2006/relationships/font" Target="fonts/KosugiMaru-regular.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qno.mamaaka.com/p/kbt2"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tCc0-VRvq2c"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200"/>
              <a:t>会社員x主婦という普通の家庭でも</a:t>
            </a:r>
            <a:endParaRPr sz="1200"/>
          </a:p>
          <a:p>
            <a:pPr indent="0" lvl="0" marL="0" rtl="0" algn="l">
              <a:lnSpc>
                <a:spcPct val="115000"/>
              </a:lnSpc>
              <a:spcBef>
                <a:spcPts val="0"/>
              </a:spcBef>
              <a:spcAft>
                <a:spcPts val="0"/>
              </a:spcAft>
              <a:buClr>
                <a:schemeClr val="dk1"/>
              </a:buClr>
              <a:buSzPts val="1100"/>
              <a:buFont typeface="Arial"/>
              <a:buNone/>
            </a:pPr>
            <a:r>
              <a:rPr lang="ja" sz="1200"/>
              <a:t>子どもがお医者さんになった</a:t>
            </a:r>
            <a:endParaRPr sz="1200"/>
          </a:p>
          <a:p>
            <a:pPr indent="0" lvl="0" marL="0" rtl="0" algn="l">
              <a:lnSpc>
                <a:spcPct val="115000"/>
              </a:lnSpc>
              <a:spcBef>
                <a:spcPts val="0"/>
              </a:spcBef>
              <a:spcAft>
                <a:spcPts val="0"/>
              </a:spcAft>
              <a:buClr>
                <a:schemeClr val="dk1"/>
              </a:buClr>
              <a:buSzPts val="1100"/>
              <a:buFont typeface="Arial"/>
              <a:buNone/>
            </a:pPr>
            <a:r>
              <a:rPr lang="ja" sz="1200"/>
              <a:t>”楽育メソッド”を初公開</a:t>
            </a:r>
            <a:endParaRPr sz="1200"/>
          </a:p>
          <a:p>
            <a:pPr indent="0" lvl="0" marL="0" rtl="0" algn="l">
              <a:lnSpc>
                <a:spcPct val="115000"/>
              </a:lnSpc>
              <a:spcBef>
                <a:spcPts val="0"/>
              </a:spcBef>
              <a:spcAft>
                <a:spcPts val="0"/>
              </a:spcAft>
              <a:buClr>
                <a:schemeClr val="dk1"/>
              </a:buClr>
              <a:buSzPts val="1100"/>
              <a:buFont typeface="Arial"/>
              <a:buNone/>
            </a:pPr>
            <a:r>
              <a:rPr lang="ja" sz="1200"/>
              <a:t>自宅でできる濃密コミュニケーションで</a:t>
            </a:r>
            <a:endParaRPr sz="1200"/>
          </a:p>
          <a:p>
            <a:pPr indent="0" lvl="0" marL="0" rtl="0" algn="l">
              <a:lnSpc>
                <a:spcPct val="115000"/>
              </a:lnSpc>
              <a:spcBef>
                <a:spcPts val="0"/>
              </a:spcBef>
              <a:spcAft>
                <a:spcPts val="0"/>
              </a:spcAft>
              <a:buClr>
                <a:schemeClr val="dk1"/>
              </a:buClr>
              <a:buSzPts val="1100"/>
              <a:buFont typeface="Arial"/>
              <a:buNone/>
            </a:pPr>
            <a:r>
              <a:rPr lang="ja" sz="1200"/>
              <a:t>6歳までに未来を決める</a:t>
            </a:r>
            <a:endParaRPr sz="1200"/>
          </a:p>
          <a:p>
            <a:pPr indent="0" lvl="0" marL="0" rtl="0" algn="l">
              <a:lnSpc>
                <a:spcPct val="115000"/>
              </a:lnSpc>
              <a:spcBef>
                <a:spcPts val="0"/>
              </a:spcBef>
              <a:spcAft>
                <a:spcPts val="0"/>
              </a:spcAft>
              <a:buClr>
                <a:schemeClr val="dk1"/>
              </a:buClr>
              <a:buSzPts val="1100"/>
              <a:buFont typeface="Arial"/>
              <a:buNone/>
            </a:pPr>
            <a:r>
              <a:rPr lang="ja" sz="1200"/>
              <a:t>賢い子を楽しく育てる専門家</a:t>
            </a:r>
            <a:endParaRPr sz="1200"/>
          </a:p>
          <a:p>
            <a:pPr indent="0" lvl="0" marL="0" rtl="0" algn="l">
              <a:lnSpc>
                <a:spcPct val="115000"/>
              </a:lnSpc>
              <a:spcBef>
                <a:spcPts val="0"/>
              </a:spcBef>
              <a:spcAft>
                <a:spcPts val="0"/>
              </a:spcAft>
              <a:buClr>
                <a:schemeClr val="dk1"/>
              </a:buClr>
              <a:buSzPts val="1100"/>
              <a:buFont typeface="Arial"/>
              <a:buNone/>
            </a:pPr>
            <a:r>
              <a:rPr lang="ja" sz="1200"/>
              <a:t>育脳子育てカウンセラー</a:t>
            </a:r>
            <a:endParaRPr sz="1200"/>
          </a:p>
          <a:p>
            <a:pPr indent="0" lvl="0" marL="0" rtl="0" algn="l">
              <a:lnSpc>
                <a:spcPct val="115000"/>
              </a:lnSpc>
              <a:spcBef>
                <a:spcPts val="0"/>
              </a:spcBef>
              <a:spcAft>
                <a:spcPts val="0"/>
              </a:spcAft>
              <a:buClr>
                <a:schemeClr val="dk1"/>
              </a:buClr>
              <a:buSzPts val="1100"/>
              <a:buFont typeface="Arial"/>
              <a:buNone/>
            </a:pPr>
            <a:r>
              <a:rPr lang="ja" sz="1200"/>
              <a:t>５日間チャレンジプログラムにご参加いただきまして</a:t>
            </a:r>
            <a:endParaRPr sz="1200"/>
          </a:p>
          <a:p>
            <a:pPr indent="0" lvl="0" marL="0" rtl="0" algn="l">
              <a:lnSpc>
                <a:spcPct val="115000"/>
              </a:lnSpc>
              <a:spcBef>
                <a:spcPts val="0"/>
              </a:spcBef>
              <a:spcAft>
                <a:spcPts val="0"/>
              </a:spcAft>
              <a:buSzPts val="1100"/>
              <a:buNone/>
            </a:pPr>
            <a:r>
              <a:rPr lang="ja" sz="1200"/>
              <a:t>誠にありがとうございます。</a:t>
            </a:r>
            <a:endParaRPr sz="1200"/>
          </a:p>
          <a:p>
            <a:pPr indent="0" lvl="0" marL="0" rtl="0" algn="l">
              <a:lnSpc>
                <a:spcPct val="115000"/>
              </a:lnSpc>
              <a:spcBef>
                <a:spcPts val="0"/>
              </a:spcBef>
              <a:spcAft>
                <a:spcPts val="0"/>
              </a:spcAft>
              <a:buSzPts val="1100"/>
              <a:buNone/>
            </a:pPr>
            <a:r>
              <a:t/>
            </a:r>
            <a:endParaRPr sz="1200"/>
          </a:p>
          <a:p>
            <a:pPr indent="0" lvl="0" marL="0" rtl="0" algn="l">
              <a:lnSpc>
                <a:spcPct val="115000"/>
              </a:lnSpc>
              <a:spcBef>
                <a:spcPts val="0"/>
              </a:spcBef>
              <a:spcAft>
                <a:spcPts val="0"/>
              </a:spcAft>
              <a:buSzPts val="1100"/>
              <a:buNone/>
            </a:pPr>
            <a:r>
              <a:rPr lang="ja" sz="1200">
                <a:solidFill>
                  <a:schemeClr val="dk1"/>
                </a:solidFill>
              </a:rPr>
              <a:t>このイベントでナビゲーターを務めます</a:t>
            </a:r>
            <a:endParaRPr sz="1200">
              <a:solidFill>
                <a:schemeClr val="dk1"/>
              </a:solidFill>
            </a:endParaRPr>
          </a:p>
          <a:p>
            <a:pPr indent="0" lvl="0" marL="0" rtl="0" algn="l">
              <a:lnSpc>
                <a:spcPct val="115000"/>
              </a:lnSpc>
              <a:spcBef>
                <a:spcPts val="0"/>
              </a:spcBef>
              <a:spcAft>
                <a:spcPts val="0"/>
              </a:spcAft>
              <a:buSzPts val="1100"/>
              <a:buNone/>
            </a:pPr>
            <a:r>
              <a:rPr lang="ja" sz="1200">
                <a:solidFill>
                  <a:schemeClr val="dk1"/>
                </a:solidFill>
              </a:rPr>
              <a:t>秋山と申します</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SzPts val="1100"/>
              <a:buNone/>
            </a:pPr>
            <a:r>
              <a:rPr lang="ja" sz="1200">
                <a:solidFill>
                  <a:schemeClr val="dk1"/>
                </a:solidFill>
              </a:rPr>
              <a:t>どうぞよろしくお願い致します。</a:t>
            </a:r>
            <a:endParaRPr sz="1200"/>
          </a:p>
          <a:p>
            <a:pPr indent="0" lvl="0" marL="0" rtl="0" algn="l">
              <a:lnSpc>
                <a:spcPct val="115000"/>
              </a:lnSpc>
              <a:spcBef>
                <a:spcPts val="0"/>
              </a:spcBef>
              <a:spcAft>
                <a:spcPts val="0"/>
              </a:spcAft>
              <a:buClr>
                <a:schemeClr val="dk1"/>
              </a:buClr>
              <a:buSzPts val="1100"/>
              <a:buFont typeface="Arial"/>
              <a:buNone/>
            </a:pPr>
            <a:r>
              <a:t/>
            </a:r>
            <a:endParaRPr sz="1200"/>
          </a:p>
          <a:p>
            <a:pPr indent="0" lvl="0" marL="0" rtl="0" algn="l">
              <a:lnSpc>
                <a:spcPct val="115000"/>
              </a:lnSpc>
              <a:spcBef>
                <a:spcPts val="0"/>
              </a:spcBef>
              <a:spcAft>
                <a:spcPts val="0"/>
              </a:spcAft>
              <a:buClr>
                <a:schemeClr val="dk1"/>
              </a:buClr>
              <a:buSzPts val="1100"/>
              <a:buFont typeface="Arial"/>
              <a:buNone/>
            </a:pPr>
            <a:r>
              <a:rPr lang="ja" sz="1200"/>
              <a:t>このお仕事は</a:t>
            </a:r>
            <a:endParaRPr sz="1200"/>
          </a:p>
          <a:p>
            <a:pPr indent="0" lvl="0" marL="0" rtl="0" algn="l">
              <a:lnSpc>
                <a:spcPct val="115000"/>
              </a:lnSpc>
              <a:spcBef>
                <a:spcPts val="0"/>
              </a:spcBef>
              <a:spcAft>
                <a:spcPts val="0"/>
              </a:spcAft>
              <a:buClr>
                <a:schemeClr val="dk1"/>
              </a:buClr>
              <a:buSzPts val="1100"/>
              <a:buFont typeface="Arial"/>
              <a:buNone/>
            </a:pPr>
            <a:r>
              <a:rPr lang="ja" sz="1200"/>
              <a:t>	賢い子を育てるサポートをしつつ</a:t>
            </a:r>
            <a:endParaRPr sz="1200"/>
          </a:p>
          <a:p>
            <a:pPr indent="0" lvl="0" marL="0" rtl="0" algn="l">
              <a:lnSpc>
                <a:spcPct val="115000"/>
              </a:lnSpc>
              <a:spcBef>
                <a:spcPts val="0"/>
              </a:spcBef>
              <a:spcAft>
                <a:spcPts val="0"/>
              </a:spcAft>
              <a:buClr>
                <a:schemeClr val="dk1"/>
              </a:buClr>
              <a:buSzPts val="1100"/>
              <a:buFont typeface="Arial"/>
              <a:buNone/>
            </a:pPr>
            <a:r>
              <a:rPr lang="ja" sz="1200"/>
              <a:t>	ママの子育てをどんどんラクにすることで</a:t>
            </a:r>
            <a:endParaRPr sz="1200"/>
          </a:p>
          <a:p>
            <a:pPr indent="0" lvl="0" marL="0" rtl="0" algn="l">
              <a:lnSpc>
                <a:spcPct val="115000"/>
              </a:lnSpc>
              <a:spcBef>
                <a:spcPts val="0"/>
              </a:spcBef>
              <a:spcAft>
                <a:spcPts val="0"/>
              </a:spcAft>
              <a:buClr>
                <a:schemeClr val="dk1"/>
              </a:buClr>
              <a:buSzPts val="1100"/>
              <a:buFont typeface="Arial"/>
              <a:buNone/>
            </a:pPr>
            <a:r>
              <a:rPr lang="ja" sz="1200"/>
              <a:t>	何年経っても</a:t>
            </a:r>
            <a:endParaRPr sz="1200"/>
          </a:p>
          <a:p>
            <a:pPr indent="0" lvl="0" marL="0" rtl="0" algn="l">
              <a:lnSpc>
                <a:spcPct val="115000"/>
              </a:lnSpc>
              <a:spcBef>
                <a:spcPts val="0"/>
              </a:spcBef>
              <a:spcAft>
                <a:spcPts val="0"/>
              </a:spcAft>
              <a:buClr>
                <a:schemeClr val="dk1"/>
              </a:buClr>
              <a:buSzPts val="1100"/>
              <a:buFont typeface="Arial"/>
              <a:buNone/>
            </a:pPr>
            <a:r>
              <a:rPr lang="ja" sz="1200"/>
              <a:t>お客様とハッピーな関係を保って感謝され続ける</a:t>
            </a:r>
            <a:endParaRPr sz="1200"/>
          </a:p>
          <a:p>
            <a:pPr indent="0" lvl="0" marL="0" rtl="0" algn="l">
              <a:lnSpc>
                <a:spcPct val="115000"/>
              </a:lnSpc>
              <a:spcBef>
                <a:spcPts val="0"/>
              </a:spcBef>
              <a:spcAft>
                <a:spcPts val="0"/>
              </a:spcAft>
              <a:buClr>
                <a:schemeClr val="dk1"/>
              </a:buClr>
              <a:buSzPts val="1100"/>
              <a:buFont typeface="Arial"/>
              <a:buNone/>
            </a:pPr>
            <a:r>
              <a:rPr lang="ja" sz="1200"/>
              <a:t>	今注目＆おすすめの働き方</a:t>
            </a:r>
            <a:endParaRPr sz="1200"/>
          </a:p>
          <a:p>
            <a:pPr indent="0" lvl="0" marL="0" rtl="0" algn="l">
              <a:lnSpc>
                <a:spcPct val="115000"/>
              </a:lnSpc>
              <a:spcBef>
                <a:spcPts val="0"/>
              </a:spcBef>
              <a:spcAft>
                <a:spcPts val="0"/>
              </a:spcAft>
              <a:buClr>
                <a:schemeClr val="dk1"/>
              </a:buClr>
              <a:buSzPts val="1100"/>
              <a:buFont typeface="Arial"/>
              <a:buNone/>
            </a:pPr>
            <a:r>
              <a:rPr lang="ja" sz="1200"/>
              <a:t>５日間のチャレンジでお伝えしていきますので、</a:t>
            </a:r>
            <a:endParaRPr sz="1200"/>
          </a:p>
          <a:p>
            <a:pPr indent="0" lvl="0" marL="0" rtl="0" algn="l">
              <a:lnSpc>
                <a:spcPct val="115000"/>
              </a:lnSpc>
              <a:spcBef>
                <a:spcPts val="0"/>
              </a:spcBef>
              <a:spcAft>
                <a:spcPts val="0"/>
              </a:spcAft>
              <a:buClr>
                <a:schemeClr val="dk1"/>
              </a:buClr>
              <a:buSzPts val="1100"/>
              <a:buFont typeface="Arial"/>
              <a:buNone/>
            </a:pPr>
            <a:r>
              <a:rPr lang="ja" sz="1200"/>
              <a:t>ぜひ最後までご参加くださいね！</a:t>
            </a:r>
            <a:endParaRPr sz="1200"/>
          </a:p>
          <a:p>
            <a:pPr indent="0" lvl="0" marL="0" rtl="0" algn="l">
              <a:lnSpc>
                <a:spcPct val="100000"/>
              </a:lnSpc>
              <a:spcBef>
                <a:spcPts val="0"/>
              </a:spcBef>
              <a:spcAft>
                <a:spcPts val="0"/>
              </a:spcAft>
              <a:buSzPts val="1100"/>
              <a:buNone/>
            </a:pPr>
            <a:r>
              <a:t/>
            </a:r>
            <a:endParaRPr/>
          </a:p>
        </p:txBody>
      </p:sp>
      <p:sp>
        <p:nvSpPr>
          <p:cNvPr id="132" name="Google Shape;132;p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a:t>こんなふうに感じていただけたら嬉しいです</a:t>
            </a:r>
            <a:endParaRPr/>
          </a:p>
        </p:txBody>
      </p:sp>
      <p:sp>
        <p:nvSpPr>
          <p:cNvPr id="152" name="Google Shape;152;p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350">
              <a:solidFill>
                <a:srgbClr val="434343"/>
              </a:solidFill>
              <a:latin typeface="Kosugi Maru"/>
              <a:ea typeface="Kosugi Maru"/>
              <a:cs typeface="Kosugi Maru"/>
              <a:sym typeface="Kosugi Maru"/>
            </a:endParaRPr>
          </a:p>
        </p:txBody>
      </p:sp>
      <p:sp>
        <p:nvSpPr>
          <p:cNvPr id="162" name="Google Shape;162;p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400">
                <a:solidFill>
                  <a:schemeClr val="dk1"/>
                </a:solidFill>
              </a:rPr>
              <a:t>今日のまとめとしては</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400">
                <a:solidFill>
                  <a:schemeClr val="dk1"/>
                </a:solidFill>
              </a:rPr>
              <a:t>この絵のような感じになりますね</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178" name="Google Shape;178;p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
        <p:nvSpPr>
          <p:cNvPr id="202" name="Google Shape;202;p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起業のきっかけは</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rgbClr val="434343"/>
                </a:solidFill>
                <a:latin typeface="Kosugi Maru"/>
                <a:ea typeface="Kosugi Maru"/>
                <a:cs typeface="Kosugi Maru"/>
                <a:sym typeface="Kosugi Maru"/>
              </a:rPr>
              <a:t>「なんでお母さん働かないの？」と長男に言われたことでした。</a:t>
            </a:r>
            <a:endParaRPr sz="1300">
              <a:solidFill>
                <a:srgbClr val="434343"/>
              </a:solidFill>
              <a:latin typeface="Kosugi Maru"/>
              <a:ea typeface="Kosugi Maru"/>
              <a:cs typeface="Kosugi Maru"/>
              <a:sym typeface="Kosugi Maru"/>
            </a:endParaRPr>
          </a:p>
          <a:p>
            <a:pPr indent="0" lvl="0" marL="0" rtl="0" algn="l">
              <a:lnSpc>
                <a:spcPct val="100000"/>
              </a:lnSpc>
              <a:spcBef>
                <a:spcPts val="0"/>
              </a:spcBef>
              <a:spcAft>
                <a:spcPts val="0"/>
              </a:spcAft>
              <a:buClr>
                <a:schemeClr val="dk1"/>
              </a:buClr>
              <a:buSzPts val="1100"/>
              <a:buFont typeface="Arial"/>
              <a:buNone/>
            </a:pPr>
            <a:r>
              <a:t/>
            </a:r>
            <a:endParaRPr sz="1300">
              <a:solidFill>
                <a:srgbClr val="434343"/>
              </a:solidFill>
              <a:latin typeface="Kosugi Maru"/>
              <a:ea typeface="Kosugi Maru"/>
              <a:cs typeface="Kosugi Maru"/>
              <a:sym typeface="Kosugi Maru"/>
            </a:endParaRPr>
          </a:p>
          <a:p>
            <a:pPr indent="0" lvl="0" marL="0" rtl="0" algn="l">
              <a:lnSpc>
                <a:spcPct val="100000"/>
              </a:lnSpc>
              <a:spcBef>
                <a:spcPts val="0"/>
              </a:spcBef>
              <a:spcAft>
                <a:spcPts val="0"/>
              </a:spcAft>
              <a:buClr>
                <a:schemeClr val="dk1"/>
              </a:buClr>
              <a:buSzPts val="1100"/>
              <a:buFont typeface="Arial"/>
              <a:buNone/>
            </a:pPr>
            <a:r>
              <a:rPr lang="ja" sz="1300">
                <a:solidFill>
                  <a:srgbClr val="434343"/>
                </a:solidFill>
                <a:latin typeface="Kosugi Maru"/>
                <a:ea typeface="Kosugi Maru"/>
                <a:cs typeface="Kosugi Maru"/>
                <a:sym typeface="Kosugi Maru"/>
              </a:rPr>
              <a:t>子育てがひと段落したタイミングからベビーマッサージ講師やベビー専門</a:t>
            </a:r>
            <a:endParaRPr sz="1300">
              <a:solidFill>
                <a:srgbClr val="434343"/>
              </a:solidFill>
              <a:latin typeface="Kosugi Maru"/>
              <a:ea typeface="Kosugi Maru"/>
              <a:cs typeface="Kosugi Maru"/>
              <a:sym typeface="Kosugi Maru"/>
            </a:endParaRPr>
          </a:p>
          <a:p>
            <a:pPr indent="0" lvl="0" marL="0" rtl="0" algn="l">
              <a:lnSpc>
                <a:spcPct val="100000"/>
              </a:lnSpc>
              <a:spcBef>
                <a:spcPts val="0"/>
              </a:spcBef>
              <a:spcAft>
                <a:spcPts val="0"/>
              </a:spcAft>
              <a:buClr>
                <a:schemeClr val="dk1"/>
              </a:buClr>
              <a:buSzPts val="1100"/>
              <a:buFont typeface="Arial"/>
              <a:buNone/>
            </a:pPr>
            <a:r>
              <a:rPr lang="ja" sz="1300">
                <a:solidFill>
                  <a:srgbClr val="434343"/>
                </a:solidFill>
                <a:latin typeface="Kosugi Maru"/>
                <a:ea typeface="Kosugi Maru"/>
                <a:cs typeface="Kosugi Maru"/>
                <a:sym typeface="Kosugi Maru"/>
              </a:rPr>
              <a:t>フォトグラファーとして働き始めました</a:t>
            </a:r>
            <a:endParaRPr sz="100">
              <a:solidFill>
                <a:srgbClr val="434343"/>
              </a:solidFill>
              <a:latin typeface="Kosugi Maru"/>
              <a:ea typeface="Kosugi Maru"/>
              <a:cs typeface="Kosugi Maru"/>
              <a:sym typeface="Kosugi Maru"/>
            </a:endParaRPr>
          </a:p>
          <a:p>
            <a:pPr indent="0" lvl="0" marL="0" rtl="0" algn="l">
              <a:lnSpc>
                <a:spcPct val="100000"/>
              </a:lnSpc>
              <a:spcBef>
                <a:spcPts val="0"/>
              </a:spcBef>
              <a:spcAft>
                <a:spcPts val="0"/>
              </a:spcAft>
              <a:buSzPts val="1100"/>
              <a:buNone/>
            </a:pPr>
            <a:r>
              <a:t/>
            </a:r>
            <a:endParaRPr sz="900"/>
          </a:p>
        </p:txBody>
      </p:sp>
      <p:sp>
        <p:nvSpPr>
          <p:cNvPr id="221" name="Google Shape;221;p1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1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solidFill>
                  <a:srgbClr val="434343"/>
                </a:solidFill>
                <a:latin typeface="Kosugi Maru"/>
                <a:ea typeface="Kosugi Maru"/>
                <a:cs typeface="Kosugi Maru"/>
                <a:sym typeface="Kosugi Maru"/>
              </a:rPr>
              <a:t>はじめは”まみ式育て方”をそのまま伝えようとしたんですが</a:t>
            </a:r>
            <a:endParaRPr sz="1300">
              <a:solidFill>
                <a:srgbClr val="434343"/>
              </a:solidFill>
              <a:latin typeface="Kosugi Maru"/>
              <a:ea typeface="Kosugi Maru"/>
              <a:cs typeface="Kosugi Maru"/>
              <a:sym typeface="Kosugi Maru"/>
            </a:endParaRPr>
          </a:p>
          <a:p>
            <a:pPr indent="0" lvl="0" marL="0" rtl="0" algn="l">
              <a:lnSpc>
                <a:spcPct val="100000"/>
              </a:lnSpc>
              <a:spcBef>
                <a:spcPts val="0"/>
              </a:spcBef>
              <a:spcAft>
                <a:spcPts val="0"/>
              </a:spcAft>
              <a:buClr>
                <a:schemeClr val="dk1"/>
              </a:buClr>
              <a:buSzPts val="1100"/>
              <a:buFont typeface="Arial"/>
              <a:buNone/>
            </a:pPr>
            <a:r>
              <a:t/>
            </a:r>
            <a:endParaRPr sz="100"/>
          </a:p>
          <a:p>
            <a:pPr indent="0" lvl="0" marL="0" rtl="0" algn="l">
              <a:lnSpc>
                <a:spcPct val="100000"/>
              </a:lnSpc>
              <a:spcBef>
                <a:spcPts val="0"/>
              </a:spcBef>
              <a:spcAft>
                <a:spcPts val="0"/>
              </a:spcAft>
              <a:buClr>
                <a:schemeClr val="dk1"/>
              </a:buClr>
              <a:buSzPts val="1100"/>
              <a:buFont typeface="Arial"/>
              <a:buNone/>
            </a:pPr>
            <a:r>
              <a:rPr lang="ja" sz="1300">
                <a:solidFill>
                  <a:schemeClr val="dk1"/>
                </a:solidFill>
                <a:latin typeface="Kosugi Maru"/>
                <a:ea typeface="Kosugi Maru"/>
                <a:cs typeface="Kosugi Maru"/>
                <a:sym typeface="Kosugi Maru"/>
              </a:rPr>
              <a:t>ケースが当てはまらないことがたくさん出てきたんです💦</a:t>
            </a:r>
            <a:endParaRPr sz="1300">
              <a:solidFill>
                <a:schemeClr val="dk1"/>
              </a:solidFill>
              <a:latin typeface="Kosugi Maru"/>
              <a:ea typeface="Kosugi Maru"/>
              <a:cs typeface="Kosugi Maru"/>
              <a:sym typeface="Kosugi Maru"/>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latin typeface="Kosugi Maru"/>
                <a:ea typeface="Kosugi Maru"/>
                <a:cs typeface="Kosugi Maru"/>
                <a:sym typeface="Kosugi Maru"/>
              </a:rPr>
              <a:t>それは、、、</a:t>
            </a:r>
            <a:endParaRPr sz="1300">
              <a:solidFill>
                <a:schemeClr val="dk1"/>
              </a:solidFill>
              <a:latin typeface="Kosugi Maru"/>
              <a:ea typeface="Kosugi Maru"/>
              <a:cs typeface="Kosugi Maru"/>
              <a:sym typeface="Kosugi Maru"/>
            </a:endParaRPr>
          </a:p>
          <a:p>
            <a:pPr indent="0" lvl="0" marL="0" rtl="0" algn="l">
              <a:lnSpc>
                <a:spcPct val="100000"/>
              </a:lnSpc>
              <a:spcBef>
                <a:spcPts val="0"/>
              </a:spcBef>
              <a:spcAft>
                <a:spcPts val="0"/>
              </a:spcAft>
              <a:buClr>
                <a:schemeClr val="dk1"/>
              </a:buClr>
              <a:buSzPts val="1100"/>
              <a:buFont typeface="Arial"/>
              <a:buNone/>
            </a:pPr>
            <a:r>
              <a:t/>
            </a:r>
            <a:endParaRPr sz="200"/>
          </a:p>
          <a:p>
            <a:pPr indent="0" lvl="0" marL="0" rtl="0" algn="l">
              <a:lnSpc>
                <a:spcPct val="100000"/>
              </a:lnSpc>
              <a:spcBef>
                <a:spcPts val="0"/>
              </a:spcBef>
              <a:spcAft>
                <a:spcPts val="0"/>
              </a:spcAft>
              <a:buClr>
                <a:schemeClr val="dk1"/>
              </a:buClr>
              <a:buSzPts val="1100"/>
              <a:buFont typeface="Arial"/>
              <a:buNone/>
            </a:pPr>
            <a:r>
              <a:t/>
            </a:r>
            <a:endParaRPr sz="200"/>
          </a:p>
          <a:p>
            <a:pPr indent="0" lvl="0" marL="0" rtl="0" algn="l">
              <a:lnSpc>
                <a:spcPct val="100000"/>
              </a:lnSpc>
              <a:spcBef>
                <a:spcPts val="0"/>
              </a:spcBef>
              <a:spcAft>
                <a:spcPts val="0"/>
              </a:spcAft>
              <a:buClr>
                <a:schemeClr val="dk1"/>
              </a:buClr>
              <a:buSzPts val="1100"/>
              <a:buFont typeface="Arial"/>
              <a:buNone/>
            </a:pPr>
            <a:r>
              <a:t/>
            </a:r>
            <a:endParaRPr sz="200"/>
          </a:p>
          <a:p>
            <a:pPr indent="0" lvl="0" marL="0" rtl="0" algn="l">
              <a:lnSpc>
                <a:spcPct val="100000"/>
              </a:lnSpc>
              <a:spcBef>
                <a:spcPts val="0"/>
              </a:spcBef>
              <a:spcAft>
                <a:spcPts val="0"/>
              </a:spcAft>
              <a:buClr>
                <a:schemeClr val="dk1"/>
              </a:buClr>
              <a:buSzPts val="1100"/>
              <a:buFont typeface="Arial"/>
              <a:buNone/>
            </a:pPr>
            <a:r>
              <a:t/>
            </a:r>
            <a:endParaRPr sz="200"/>
          </a:p>
          <a:p>
            <a:pPr indent="0" lvl="0" marL="0" rtl="0" algn="l">
              <a:lnSpc>
                <a:spcPct val="100000"/>
              </a:lnSpc>
              <a:spcBef>
                <a:spcPts val="0"/>
              </a:spcBef>
              <a:spcAft>
                <a:spcPts val="0"/>
              </a:spcAft>
              <a:buClr>
                <a:schemeClr val="dk1"/>
              </a:buClr>
              <a:buSzPts val="1100"/>
              <a:buFont typeface="Arial"/>
              <a:buNone/>
            </a:pPr>
            <a:r>
              <a:rPr lang="ja" sz="1300"/>
              <a:t>・働いているママはとにかく時間がないということから</a:t>
            </a:r>
            <a:endParaRPr sz="1300"/>
          </a:p>
          <a:p>
            <a:pPr indent="0" lvl="0" marL="0" rtl="0" algn="l">
              <a:lnSpc>
                <a:spcPct val="100000"/>
              </a:lnSpc>
              <a:spcBef>
                <a:spcPts val="0"/>
              </a:spcBef>
              <a:spcAft>
                <a:spcPts val="0"/>
              </a:spcAft>
              <a:buSzPts val="1100"/>
              <a:buNone/>
            </a:pPr>
            <a:r>
              <a:rPr lang="ja" sz="1300"/>
              <a:t>子供に申し訳なさや不安があったり</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・専業主婦はずっと一緒なんですよね。</a:t>
            </a:r>
            <a:endParaRPr sz="1300"/>
          </a:p>
          <a:p>
            <a:pPr indent="0" lvl="0" marL="0" rtl="0" algn="l">
              <a:lnSpc>
                <a:spcPct val="100000"/>
              </a:lnSpc>
              <a:spcBef>
                <a:spcPts val="0"/>
              </a:spcBef>
              <a:spcAft>
                <a:spcPts val="0"/>
              </a:spcAft>
              <a:buClr>
                <a:schemeClr val="dk1"/>
              </a:buClr>
              <a:buSzPts val="1100"/>
              <a:buFont typeface="Arial"/>
              <a:buNone/>
            </a:pPr>
            <a:r>
              <a:rPr lang="ja" sz="1300"/>
              <a:t>場所も一緒、相手も一緒なので、ループから抜け出せなかったり</a:t>
            </a:r>
            <a:endParaRPr sz="1300"/>
          </a:p>
          <a:p>
            <a:pPr indent="0" lvl="0" marL="0" rtl="0" algn="l">
              <a:lnSpc>
                <a:spcPct val="100000"/>
              </a:lnSpc>
              <a:spcBef>
                <a:spcPts val="0"/>
              </a:spcBef>
              <a:spcAft>
                <a:spcPts val="0"/>
              </a:spcAft>
              <a:buClr>
                <a:schemeClr val="dk1"/>
              </a:buClr>
              <a:buSzPts val="1100"/>
              <a:buFont typeface="Arial"/>
              <a:buNone/>
            </a:pPr>
            <a:r>
              <a:rPr lang="ja" sz="1300"/>
              <a:t>何か新しいことを始める心の余裕がなかったりします</a:t>
            </a:r>
            <a:endParaRPr sz="1300"/>
          </a:p>
        </p:txBody>
      </p:sp>
      <p:sp>
        <p:nvSpPr>
          <p:cNvPr id="245" name="Google Shape;245;p1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1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1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「簡単ですぐに効果が見える！」ということで</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自然とリピートも口コミも増えていきました。</a:t>
            </a:r>
            <a:endParaRPr sz="1000"/>
          </a:p>
        </p:txBody>
      </p:sp>
      <p:sp>
        <p:nvSpPr>
          <p:cNvPr id="281" name="Google Shape;281;p1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1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400">
                <a:solidFill>
                  <a:schemeClr val="dk1"/>
                </a:solidFill>
              </a:rPr>
              <a:t>そんな想いでカウンセラーとして</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400">
                <a:solidFill>
                  <a:schemeClr val="dk1"/>
                </a:solidFill>
              </a:rPr>
              <a:t>サービスを広めた結果</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p>
        </p:txBody>
      </p:sp>
      <p:sp>
        <p:nvSpPr>
          <p:cNvPr id="297" name="Google Shape;297;p1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1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
        <p:nvSpPr>
          <p:cNvPr id="305" name="Google Shape;305;p1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1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a:solidFill>
                  <a:schemeClr val="dk1"/>
                </a:solidFill>
              </a:rPr>
              <a:t>子どもが何かやりたい！となった時に</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a:solidFill>
                  <a:schemeClr val="dk1"/>
                </a:solidFill>
              </a:rPr>
              <a:t>家計に縛られることなく、自由な選択ができた</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a:solidFill>
                  <a:schemeClr val="dk1"/>
                </a:solidFill>
              </a:rPr>
              <a:t>「自分が何処か旅行に行きたい！」「これを買いたい！」</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a:solidFill>
                  <a:schemeClr val="dk1"/>
                </a:solidFill>
              </a:rPr>
              <a:t>と言う時に、夫に気兼ねなく判断できた</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a:solidFill>
                  <a:schemeClr val="dk1"/>
                </a:solidFill>
              </a:rPr>
              <a:t>もちろん、いつもそんなに豪遊していた訳ではないですが</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a:solidFill>
                  <a:schemeClr val="dk1"/>
                </a:solidFill>
              </a:rPr>
              <a:t>余裕ができると、家族の旅行も増え、気づいたら、色んな選択の自由を手にしていました</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
        <p:nvSpPr>
          <p:cNvPr id="313" name="Google Shape;313;p1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1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ja" sz="1150">
                <a:solidFill>
                  <a:schemeClr val="dk1"/>
                </a:solidFill>
              </a:rPr>
              <a:t>、、、</a:t>
            </a:r>
            <a:endParaRPr sz="1150">
              <a:solidFill>
                <a:schemeClr val="dk1"/>
              </a:solidFill>
            </a:endParaRPr>
          </a:p>
          <a:p>
            <a:pPr indent="0" lvl="0" marL="0" rtl="0" algn="l">
              <a:lnSpc>
                <a:spcPct val="115000"/>
              </a:lnSpc>
              <a:spcBef>
                <a:spcPts val="0"/>
              </a:spcBef>
              <a:spcAft>
                <a:spcPts val="0"/>
              </a:spcAft>
              <a:buSzPts val="1100"/>
              <a:buNone/>
            </a:pPr>
            <a:r>
              <a:rPr lang="ja" sz="1150">
                <a:solidFill>
                  <a:schemeClr val="dk1"/>
                </a:solidFill>
              </a:rPr>
              <a:t>育脳子育てカウンセラーが増えることで</a:t>
            </a:r>
            <a:endParaRPr sz="1150">
              <a:solidFill>
                <a:schemeClr val="dk1"/>
              </a:solidFill>
            </a:endParaRPr>
          </a:p>
          <a:p>
            <a:pPr indent="0" lvl="0" marL="0" rtl="0" algn="l">
              <a:lnSpc>
                <a:spcPct val="115000"/>
              </a:lnSpc>
              <a:spcBef>
                <a:spcPts val="0"/>
              </a:spcBef>
              <a:spcAft>
                <a:spcPts val="0"/>
              </a:spcAft>
              <a:buSzPts val="1100"/>
              <a:buNone/>
            </a:pPr>
            <a:r>
              <a:rPr lang="ja" sz="1150">
                <a:solidFill>
                  <a:schemeClr val="dk1"/>
                </a:solidFill>
              </a:rPr>
              <a:t>自分の夢が近づくと考えている</a:t>
            </a:r>
            <a:endParaRPr sz="1150">
              <a:solidFill>
                <a:schemeClr val="dk1"/>
              </a:solidFill>
            </a:endParaRPr>
          </a:p>
          <a:p>
            <a:pPr indent="0" lvl="0" marL="0" rtl="0" algn="l">
              <a:lnSpc>
                <a:spcPct val="115000"/>
              </a:lnSpc>
              <a:spcBef>
                <a:spcPts val="0"/>
              </a:spcBef>
              <a:spcAft>
                <a:spcPts val="0"/>
              </a:spcAft>
              <a:buSzPts val="1100"/>
              <a:buNone/>
            </a:pPr>
            <a:r>
              <a:t/>
            </a:r>
            <a:endParaRPr sz="1950">
              <a:solidFill>
                <a:srgbClr val="434343"/>
              </a:solidFill>
              <a:latin typeface="Kosugi Maru"/>
              <a:ea typeface="Kosugi Maru"/>
              <a:cs typeface="Kosugi Maru"/>
              <a:sym typeface="Kosugi Maru"/>
            </a:endParaRPr>
          </a:p>
        </p:txBody>
      </p:sp>
      <p:sp>
        <p:nvSpPr>
          <p:cNvPr id="323" name="Google Shape;323;p1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2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350">
              <a:solidFill>
                <a:srgbClr val="434343"/>
              </a:solidFill>
              <a:latin typeface="Kosugi Maru"/>
              <a:ea typeface="Kosugi Maru"/>
              <a:cs typeface="Kosugi Maru"/>
              <a:sym typeface="Kosugi Maru"/>
            </a:endParaRPr>
          </a:p>
        </p:txBody>
      </p:sp>
      <p:sp>
        <p:nvSpPr>
          <p:cNvPr id="330" name="Google Shape;330;p2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2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350">
              <a:solidFill>
                <a:srgbClr val="434343"/>
              </a:solidFill>
              <a:latin typeface="Kosugi Maru"/>
              <a:ea typeface="Kosugi Maru"/>
              <a:cs typeface="Kosugi Maru"/>
              <a:sym typeface="Kosugi Maru"/>
            </a:endParaRPr>
          </a:p>
        </p:txBody>
      </p:sp>
      <p:sp>
        <p:nvSpPr>
          <p:cNvPr id="340" name="Google Shape;340;p2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ca9e6cf07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ca9e6cf076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ja" sz="1350">
                <a:solidFill>
                  <a:srgbClr val="434343"/>
                </a:solidFill>
                <a:latin typeface="Kosugi Maru"/>
                <a:ea typeface="Kosugi Maru"/>
                <a:cs typeface="Kosugi Maru"/>
                <a:sym typeface="Kosugi Maru"/>
              </a:rPr>
              <a:t>私1人が頑張っても</a:t>
            </a:r>
            <a:endParaRPr sz="1350">
              <a:solidFill>
                <a:srgbClr val="434343"/>
              </a:solidFill>
              <a:latin typeface="Kosugi Maru"/>
              <a:ea typeface="Kosugi Maru"/>
              <a:cs typeface="Kosugi Maru"/>
              <a:sym typeface="Kosugi Maru"/>
            </a:endParaRPr>
          </a:p>
          <a:p>
            <a:pPr indent="0" lvl="0" marL="0" rtl="0" algn="l">
              <a:lnSpc>
                <a:spcPct val="115000"/>
              </a:lnSpc>
              <a:spcBef>
                <a:spcPts val="0"/>
              </a:spcBef>
              <a:spcAft>
                <a:spcPts val="0"/>
              </a:spcAft>
              <a:buNone/>
            </a:pPr>
            <a:r>
              <a:rPr lang="ja" sz="1350">
                <a:solidFill>
                  <a:srgbClr val="434343"/>
                </a:solidFill>
                <a:latin typeface="Kosugi Maru"/>
                <a:ea typeface="Kosugi Maru"/>
                <a:cs typeface="Kosugi Maru"/>
                <a:sym typeface="Kosugi Maru"/>
              </a:rPr>
              <a:t>年間せいぜい100組の親子しかサポートできない</a:t>
            </a:r>
            <a:endParaRPr sz="1350">
              <a:solidFill>
                <a:srgbClr val="434343"/>
              </a:solidFill>
              <a:latin typeface="Kosugi Maru"/>
              <a:ea typeface="Kosugi Maru"/>
              <a:cs typeface="Kosugi Maru"/>
              <a:sym typeface="Kosugi Maru"/>
            </a:endParaRPr>
          </a:p>
          <a:p>
            <a:pPr indent="0" lvl="0" marL="0" rtl="0" algn="l">
              <a:lnSpc>
                <a:spcPct val="115000"/>
              </a:lnSpc>
              <a:spcBef>
                <a:spcPts val="0"/>
              </a:spcBef>
              <a:spcAft>
                <a:spcPts val="0"/>
              </a:spcAft>
              <a:buNone/>
            </a:pPr>
            <a:r>
              <a:t/>
            </a:r>
            <a:endParaRPr sz="1350">
              <a:solidFill>
                <a:srgbClr val="434343"/>
              </a:solidFill>
              <a:latin typeface="Kosugi Maru"/>
              <a:ea typeface="Kosugi Maru"/>
              <a:cs typeface="Kosugi Maru"/>
              <a:sym typeface="Kosugi Maru"/>
            </a:endParaRPr>
          </a:p>
          <a:p>
            <a:pPr indent="0" lvl="0" marL="0" rtl="0" algn="l">
              <a:lnSpc>
                <a:spcPct val="115000"/>
              </a:lnSpc>
              <a:spcBef>
                <a:spcPts val="0"/>
              </a:spcBef>
              <a:spcAft>
                <a:spcPts val="0"/>
              </a:spcAft>
              <a:buNone/>
            </a:pPr>
            <a:r>
              <a:rPr lang="ja" sz="1350">
                <a:solidFill>
                  <a:srgbClr val="434343"/>
                </a:solidFill>
                <a:latin typeface="Kosugi Maru"/>
                <a:ea typeface="Kosugi Maru"/>
                <a:cs typeface="Kosugi Maru"/>
                <a:sym typeface="Kosugi Maru"/>
              </a:rPr>
              <a:t>でも、</a:t>
            </a:r>
            <a:r>
              <a:rPr lang="ja" sz="1450">
                <a:solidFill>
                  <a:srgbClr val="434343"/>
                </a:solidFill>
                <a:latin typeface="Kosugi Maru"/>
                <a:ea typeface="Kosugi Maru"/>
                <a:cs typeface="Kosugi Maru"/>
                <a:sym typeface="Kosugi Maru"/>
              </a:rPr>
              <a:t>100人のカウンセラーがいたら</a:t>
            </a:r>
            <a:endParaRPr sz="1450">
              <a:solidFill>
                <a:srgbClr val="434343"/>
              </a:solidFill>
              <a:latin typeface="Kosugi Maru"/>
              <a:ea typeface="Kosugi Maru"/>
              <a:cs typeface="Kosugi Maru"/>
              <a:sym typeface="Kosugi Maru"/>
            </a:endParaRPr>
          </a:p>
          <a:p>
            <a:pPr indent="0" lvl="0" marL="0" rtl="0" algn="l">
              <a:lnSpc>
                <a:spcPct val="115000"/>
              </a:lnSpc>
              <a:spcBef>
                <a:spcPts val="0"/>
              </a:spcBef>
              <a:spcAft>
                <a:spcPts val="0"/>
              </a:spcAft>
              <a:buNone/>
            </a:pPr>
            <a:r>
              <a:rPr lang="ja" sz="1450">
                <a:solidFill>
                  <a:srgbClr val="434343"/>
                </a:solidFill>
                <a:latin typeface="Kosugi Maru"/>
                <a:ea typeface="Kosugi Maru"/>
                <a:cs typeface="Kosugi Maru"/>
                <a:sym typeface="Kosugi Maru"/>
              </a:rPr>
              <a:t>　10,000組の親子をサポートできる</a:t>
            </a:r>
            <a:endParaRPr sz="1450">
              <a:solidFill>
                <a:srgbClr val="434343"/>
              </a:solidFill>
              <a:latin typeface="Kosugi Maru"/>
              <a:ea typeface="Kosugi Maru"/>
              <a:cs typeface="Kosugi Maru"/>
              <a:sym typeface="Kosugi Maru"/>
            </a:endParaRPr>
          </a:p>
          <a:p>
            <a:pPr indent="0" lvl="0" marL="0" rtl="0" algn="l">
              <a:lnSpc>
                <a:spcPct val="115000"/>
              </a:lnSpc>
              <a:spcBef>
                <a:spcPts val="0"/>
              </a:spcBef>
              <a:spcAft>
                <a:spcPts val="0"/>
              </a:spcAft>
              <a:buClr>
                <a:schemeClr val="dk1"/>
              </a:buClr>
              <a:buSzPts val="1100"/>
              <a:buFont typeface="Arial"/>
              <a:buNone/>
            </a:pPr>
            <a:r>
              <a:t/>
            </a:r>
            <a:endParaRPr sz="1450">
              <a:solidFill>
                <a:srgbClr val="434343"/>
              </a:solidFill>
              <a:latin typeface="Kosugi Maru"/>
              <a:ea typeface="Kosugi Maru"/>
              <a:cs typeface="Kosugi Maru"/>
              <a:sym typeface="Kosugi Maru"/>
            </a:endParaRPr>
          </a:p>
        </p:txBody>
      </p:sp>
      <p:sp>
        <p:nvSpPr>
          <p:cNvPr id="350" name="Google Shape;350;g3ca9e6cf076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ja"/>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150">
                <a:solidFill>
                  <a:schemeClr val="dk1"/>
                </a:solidFill>
              </a:rPr>
              <a:t>ここに書いていることももちろんなのですが</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150">
                <a:solidFill>
                  <a:schemeClr val="dk1"/>
                </a:solidFill>
              </a:rPr>
              <a:t>実はもう１つお伝えしました。</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150">
                <a:solidFill>
                  <a:schemeClr val="dk1"/>
                </a:solidFill>
              </a:rPr>
              <a:t>それは、私1人でやっても多くの方を救うのが難しいからなんです。</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150">
                <a:solidFill>
                  <a:schemeClr val="dk1"/>
                </a:solidFill>
              </a:rPr>
              <a:t>相談はどうしてもマンツーマンになります。</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150">
                <a:solidFill>
                  <a:schemeClr val="dk1"/>
                </a:solidFill>
              </a:rPr>
              <a:t>私1人が頑張っても、1年でせいぜい100組の親子をサポートできるかなーと</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150">
                <a:solidFill>
                  <a:schemeClr val="dk1"/>
                </a:solidFill>
              </a:rPr>
              <a:t>でも、100人のカウンセラーがいたら10,000組の親子のサポートができるんです！</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150">
                <a:solidFill>
                  <a:schemeClr val="dk1"/>
                </a:solidFill>
              </a:rPr>
              <a:t>そしたら、笑顔になる親子が世の中にたくさん増えますよね！</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150">
                <a:solidFill>
                  <a:schemeClr val="dk1"/>
                </a:solidFill>
              </a:rPr>
              <a:t>そのような夢を叶えるために</a:t>
            </a:r>
            <a:endParaRPr b="1">
              <a:solidFill>
                <a:schemeClr val="dk1"/>
              </a:solidFill>
              <a:highlight>
                <a:schemeClr val="lt1"/>
              </a:highlight>
              <a:latin typeface="Kosugi Maru"/>
              <a:ea typeface="Kosugi Maru"/>
              <a:cs typeface="Kosugi Maru"/>
              <a:sym typeface="Kosugi Maru"/>
            </a:endParaRPr>
          </a:p>
          <a:p>
            <a:pPr indent="0" lvl="0" marL="0" rtl="0" algn="l">
              <a:lnSpc>
                <a:spcPct val="100000"/>
              </a:lnSpc>
              <a:spcBef>
                <a:spcPts val="0"/>
              </a:spcBef>
              <a:spcAft>
                <a:spcPts val="0"/>
              </a:spcAft>
              <a:buClr>
                <a:schemeClr val="dk1"/>
              </a:buClr>
              <a:buSzPts val="1100"/>
              <a:buFont typeface="Arial"/>
              <a:buNone/>
            </a:pPr>
            <a:r>
              <a:rPr b="1" lang="ja">
                <a:solidFill>
                  <a:schemeClr val="dk1"/>
                </a:solidFill>
                <a:highlight>
                  <a:schemeClr val="lt1"/>
                </a:highlight>
                <a:latin typeface="Kosugi Maru"/>
                <a:ea typeface="Kosugi Maru"/>
                <a:cs typeface="Kosugi Maru"/>
                <a:sym typeface="Kosugi Maru"/>
              </a:rPr>
              <a:t>カウンセラーを養成しています</a:t>
            </a:r>
            <a:endParaRPr sz="100">
              <a:solidFill>
                <a:schemeClr val="dk1"/>
              </a:solidFill>
              <a:highlight>
                <a:schemeClr val="lt1"/>
              </a:highlight>
            </a:endParaRPr>
          </a:p>
          <a:p>
            <a:pPr indent="0" lvl="0" marL="0" rtl="0" algn="l">
              <a:lnSpc>
                <a:spcPct val="115000"/>
              </a:lnSpc>
              <a:spcBef>
                <a:spcPts val="0"/>
              </a:spcBef>
              <a:spcAft>
                <a:spcPts val="0"/>
              </a:spcAft>
              <a:buSzPts val="1100"/>
              <a:buNone/>
            </a:pPr>
            <a:r>
              <a:t/>
            </a:r>
            <a:endParaRPr sz="1950">
              <a:solidFill>
                <a:srgbClr val="434343"/>
              </a:solidFill>
              <a:latin typeface="Kosugi Maru"/>
              <a:ea typeface="Kosugi Maru"/>
              <a:cs typeface="Kosugi Maru"/>
              <a:sym typeface="Kosugi Maru"/>
            </a:endParaRPr>
          </a:p>
        </p:txBody>
      </p:sp>
      <p:sp>
        <p:nvSpPr>
          <p:cNvPr id="360" name="Google Shape;360;p2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2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a:t>
            </a:r>
            <a:r>
              <a:rPr lang="ja" sz="1300">
                <a:solidFill>
                  <a:schemeClr val="dk1"/>
                </a:solidFill>
              </a:rPr>
              <a:t>これ、Day1でも少しご紹介しましたが</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覚えていますでしょうか？</a:t>
            </a:r>
            <a:r>
              <a:rPr lang="ja" sz="1300">
                <a:solidFill>
                  <a:schemeClr val="dk1"/>
                </a:solidFill>
              </a:rPr>
              <a:t>）</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日本の大手企業が安定して成長を続けられない昨今の状況に置いて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「自分の力で稼ぐ」「どんな状況でも家族を守る」</a:t>
            </a:r>
            <a:endParaRPr sz="1300">
              <a:solidFill>
                <a:schemeClr val="dk1"/>
              </a:solidFill>
            </a:endParaRPr>
          </a:p>
          <a:p>
            <a:pPr indent="0" lvl="0" marL="0" rtl="0" algn="l">
              <a:lnSpc>
                <a:spcPct val="115000"/>
              </a:lnSpc>
              <a:spcBef>
                <a:spcPts val="0"/>
              </a:spcBef>
              <a:spcAft>
                <a:spcPts val="0"/>
              </a:spcAft>
              <a:buSzPts val="1100"/>
              <a:buNone/>
            </a:pPr>
            <a:r>
              <a:t/>
            </a:r>
            <a:endParaRPr sz="1300">
              <a:solidFill>
                <a:schemeClr val="dk1"/>
              </a:solidFill>
            </a:endParaRPr>
          </a:p>
          <a:p>
            <a:pPr indent="0" lvl="0" marL="0" rtl="0" algn="l">
              <a:lnSpc>
                <a:spcPct val="115000"/>
              </a:lnSpc>
              <a:spcBef>
                <a:spcPts val="0"/>
              </a:spcBef>
              <a:spcAft>
                <a:spcPts val="0"/>
              </a:spcAft>
              <a:buSzPts val="1100"/>
              <a:buNone/>
            </a:pPr>
            <a:r>
              <a:rPr lang="ja" sz="1300">
                <a:solidFill>
                  <a:schemeClr val="dk1"/>
                </a:solidFill>
              </a:rPr>
              <a:t>そんな手段としても、</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「育脳子育てカウンセラー」がお役に立てればと思います。</a:t>
            </a:r>
            <a:endParaRPr sz="1300">
              <a:solidFill>
                <a:schemeClr val="dk1"/>
              </a:solidFill>
            </a:endParaRPr>
          </a:p>
          <a:p>
            <a:pPr indent="0" lvl="0" marL="0" rtl="0" algn="l">
              <a:lnSpc>
                <a:spcPct val="115000"/>
              </a:lnSpc>
              <a:spcBef>
                <a:spcPts val="0"/>
              </a:spcBef>
              <a:spcAft>
                <a:spcPts val="0"/>
              </a:spcAft>
              <a:buSzPts val="1100"/>
              <a:buNone/>
            </a:pPr>
            <a:r>
              <a:t/>
            </a:r>
            <a:endParaRPr sz="1250">
              <a:solidFill>
                <a:srgbClr val="434343"/>
              </a:solidFill>
              <a:latin typeface="Kosugi Maru"/>
              <a:ea typeface="Kosugi Maru"/>
              <a:cs typeface="Kosugi Maru"/>
              <a:sym typeface="Kosugi Maru"/>
            </a:endParaRPr>
          </a:p>
        </p:txBody>
      </p:sp>
      <p:sp>
        <p:nvSpPr>
          <p:cNvPr id="368" name="Google Shape;368;p2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2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なぜこのサービスがお仕事になるのか</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何をすることでお仕事になるのか</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どんな風にお仕事をするのか</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これらを学ぶことで、”育脳子育てカウンセラー”のイメージが明確になって</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「自分にもできるかも」と感じて欲しい！と思っています。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p:txBody>
      </p:sp>
      <p:sp>
        <p:nvSpPr>
          <p:cNvPr id="377" name="Google Shape;377;p2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p2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では、本日の流れです。（３つ読まなくていい）</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こんな流れで今日も進めていきましょう！</a:t>
            </a:r>
            <a:endParaRPr sz="1300">
              <a:solidFill>
                <a:schemeClr val="dk1"/>
              </a:solidFill>
            </a:endParaRPr>
          </a:p>
        </p:txBody>
      </p:sp>
      <p:sp>
        <p:nvSpPr>
          <p:cNvPr id="387" name="Google Shape;387;p2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2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まずはここからですね</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a:t>
            </a:r>
            <a:endParaRPr sz="1300">
              <a:solidFill>
                <a:schemeClr val="dk1"/>
              </a:solidFill>
            </a:endParaRPr>
          </a:p>
        </p:txBody>
      </p:sp>
      <p:sp>
        <p:nvSpPr>
          <p:cNvPr id="397" name="Google Shape;397;p2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p2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sz="1300">
                <a:solidFill>
                  <a:schemeClr val="dk1"/>
                </a:solidFill>
              </a:rPr>
              <a:t>、、、</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市が運営する団体に発育の相談して</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専門の先生や保健師さんを紹介してもらっても・・・</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予約は3ヶ月待ちや、長い地域だと10ヶ月先というところもあります。</a:t>
            </a:r>
            <a:endParaRPr sz="1300">
              <a:solidFill>
                <a:schemeClr val="dk1"/>
              </a:solidFill>
            </a:endParaRPr>
          </a:p>
        </p:txBody>
      </p:sp>
      <p:sp>
        <p:nvSpPr>
          <p:cNvPr id="408" name="Google Shape;408;p2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p2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”保健所”など大きな組織の場合には、細かな説明を伝えづらいので</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「そういう意味じゃないんだけどな」と逆に残念な気持ちになったり</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指導内容が当てはまらなかった時に</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「そうじゃない」と言いづらかったり</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「この前のアドバイス、うちの子には当てはまらなかったな」とか</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「私のやり方がまずかったのかな？」と自信を失うことにもなりかねません。</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p:txBody>
      </p:sp>
      <p:sp>
        <p:nvSpPr>
          <p:cNvPr id="419" name="Google Shape;419;p2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2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sz="1300">
                <a:solidFill>
                  <a:schemeClr val="dk1"/>
                </a:solidFill>
              </a:rPr>
              <a:t>アドバイスをもらった”感じ”にはなるけれど</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ママ自身が何を質問するべきか</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イメージがふんわりしている中で質問するので</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保健所の担当からの回答や指導もふんわりしていたり</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アドバイスが効果的である確率が低かったりします。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お役所の相談所は”ガス抜き目的”の側面もありますよね。</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時にはこんなこともあります。保健所で子育て支援を紹介され</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「紹介だと早くサービスが受けれますよ」と言われ</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紹介された連絡先に電話をすると</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「そんな紹介システムはありませんよ。予約の順番を新たにとってください」と言われたそうです。</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ただでさえ何かにすがりたい思いなのに、たらい回しにされた気分になり</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ちょっと悲しい気持ちになったとのことでした。</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p:txBody>
      </p:sp>
      <p:sp>
        <p:nvSpPr>
          <p:cNvPr id="430" name="Google Shape;430;p2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p3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そして、最近注目の育脳だからネット情報もたくさんありますが・・・</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「何が正しい？」のかわからない</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難しいことはできない</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結局何が良いの？と、、、</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自分の状況に当てはまる情報を探し続ける方が多いです。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p:txBody>
      </p:sp>
      <p:sp>
        <p:nvSpPr>
          <p:cNvPr id="441" name="Google Shape;441;p3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p3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452" name="Google Shape;452;p3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3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sz="1300">
                <a:solidFill>
                  <a:schemeClr val="dk1"/>
                </a:solidFill>
              </a:rPr>
              <a:t>、、、</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オンラインの個別連絡手段を使います。</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	LINE</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	メッセンジャー</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	インスタDM</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	チャットツール</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を使うことで、クイックな対応を展開できます。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p:txBody>
      </p:sp>
      <p:sp>
        <p:nvSpPr>
          <p:cNvPr id="461" name="Google Shape;461;p3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p3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sz="1300">
                <a:solidFill>
                  <a:schemeClr val="dk1"/>
                </a:solidFill>
              </a:rPr>
              <a:t>、、、</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マンツーマンサービスを基本とします。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SzPts val="1100"/>
              <a:buNone/>
            </a:pPr>
            <a:r>
              <a:rPr lang="ja" sz="1300">
                <a:solidFill>
                  <a:schemeClr val="dk1"/>
                </a:solidFill>
              </a:rPr>
              <a:t>密なコミュニケーションで</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心の距離が近いサポートができるため、</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相談しやすいんです。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p:txBody>
      </p:sp>
      <p:sp>
        <p:nvSpPr>
          <p:cNvPr id="472" name="Google Shape;472;p3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p3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育脳に特化してサービスの展開をしています。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”育脳”を求めるママは</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どうしたいのか、要求が明確です。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300">
                <a:solidFill>
                  <a:schemeClr val="dk1"/>
                </a:solidFill>
              </a:rPr>
              <a:t>なので、それに応えるサービスも明確なんです。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
        <p:nvSpPr>
          <p:cNvPr id="483" name="Google Shape;483;p3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p3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sz="1300">
                <a:solidFill>
                  <a:schemeClr val="dk1"/>
                </a:solidFill>
              </a:rPr>
              <a:t>ネット情報ではなく、信頼される人から</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直接アドバイスが受けられます。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1人のカウンセラーが最後まで伴走してくれます。</a:t>
            </a:r>
            <a:endParaRPr sz="1300">
              <a:solidFill>
                <a:schemeClr val="dk1"/>
              </a:solidFill>
            </a:endParaRPr>
          </a:p>
          <a:p>
            <a:pPr indent="0" lvl="0" marL="0" rtl="0" algn="l">
              <a:lnSpc>
                <a:spcPct val="100000"/>
              </a:lnSpc>
              <a:spcBef>
                <a:spcPts val="0"/>
              </a:spcBef>
              <a:spcAft>
                <a:spcPts val="0"/>
              </a:spcAft>
              <a:buSzPts val="1100"/>
              <a:buNone/>
            </a:pPr>
            <a:r>
              <a:t/>
            </a:r>
            <a:endParaRPr sz="13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
        <p:nvSpPr>
          <p:cNvPr id="494" name="Google Shape;494;p3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3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まとめるとこんな感じです。。。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子育てに対するママのお困りごとを</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これだけ解消できるから</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このサービスでお仕事にできちゃうわけですね</a:t>
            </a:r>
            <a:endParaRPr sz="1300">
              <a:solidFill>
                <a:schemeClr val="dk1"/>
              </a:solidFill>
            </a:endParaRPr>
          </a:p>
        </p:txBody>
      </p:sp>
      <p:sp>
        <p:nvSpPr>
          <p:cNvPr id="505" name="Google Shape;505;p3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p3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次にこちらです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a:t>
            </a:r>
            <a:endParaRPr sz="1300">
              <a:solidFill>
                <a:schemeClr val="dk1"/>
              </a:solidFill>
            </a:endParaRPr>
          </a:p>
        </p:txBody>
      </p:sp>
      <p:sp>
        <p:nvSpPr>
          <p:cNvPr id="514" name="Google Shape;514;p3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4" name="Google Shape;524;p3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525" name="Google Shape;525;p3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2" name="Google Shape;532;p3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ヒアリングについては、こんな内容です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・お困りごとを聞く</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・「こうなりたい」を聞く。特に「こんな風に育って欲しい」を確認</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・ママの状況やメンタルも伺います。なぜママの状況も聞くのか？？というと</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ただでさえママは忙しいです。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気持ちや感情が冷静に何かを考えられる、状態ではないことの方が多いです。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イライラや不安、もどかしさなどを取り除いたり、軽減して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何かを受け入れる状態を整えてから、育脳アドバイスをすることで効果が高まります。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p:txBody>
      </p:sp>
      <p:sp>
        <p:nvSpPr>
          <p:cNvPr id="533" name="Google Shape;533;p3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4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まず、お子様の育脳サポートについては・・・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育脳マインド、1秒育脳®️、育脳ルーティンなど、育脳メソッドの提案をします。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ご家庭状況に合わせて、育脳メニューを一緒に作成していきます。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p:txBody>
      </p:sp>
      <p:sp>
        <p:nvSpPr>
          <p:cNvPr id="543" name="Google Shape;543;p4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2" name="Google Shape;552;p4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ママのサポートについてですが、大体この５つのタイプに分かれます。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子育てに悩むママは、このどれかに当てはまります。複数にまたがることも結構あります。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なので、いろんな状態をコーチングでサポートしています。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現状分析</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手放しワーク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マインド改善ワーク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マインドUP計画を一緒に作成します。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詳しくは講座でお伝えしています^^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p:txBody>
      </p:sp>
      <p:sp>
        <p:nvSpPr>
          <p:cNvPr id="553" name="Google Shape;553;p4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2" name="Google Shape;562;p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チャットサポートは、オンライン環境を最大利用します。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個別のチャットは、マンツーマンの連絡に使ったり</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グループでのチャットもあります。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これは、育脳子育てカウンセラーのコミュニティで運営するチャットで</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運営は私：永瀬まみです。みんながチャットに入れます。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イメージはこんな感じです。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a:t>
            </a:r>
            <a:endParaRPr sz="1300">
              <a:solidFill>
                <a:schemeClr val="dk1"/>
              </a:solidFill>
            </a:endParaRPr>
          </a:p>
        </p:txBody>
      </p:sp>
      <p:sp>
        <p:nvSpPr>
          <p:cNvPr id="563" name="Google Shape;563;p4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4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※イラストの説明</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思いとしては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みんなで支える！全員で育てる！です。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p:txBody>
      </p:sp>
      <p:sp>
        <p:nvSpPr>
          <p:cNvPr id="573" name="Google Shape;573;p4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2" name="Google Shape;582;p4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定期的にシートを使って状況確認します。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提案したアクション・計画で</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・お子様の様子</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・親子のコミュニケーション</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・ママのメンタルやマインド</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これらが好転しているか確認したり、必要に応じて計画や提案メニューのメンテナンスをします。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効果が早く現れてきたら、次のステップを提案していきます。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583" name="Google Shape;583;p4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5" name="Google Shape;595;p4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596" name="Google Shape;596;p4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p4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t>（回答が出た後で・・・）</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永瀬まみの場合は・・・</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「この状況、みなさん悩まれますよね。</a:t>
            </a:r>
            <a:endParaRPr sz="1300"/>
          </a:p>
          <a:p>
            <a:pPr indent="0" lvl="0" marL="0" rtl="0" algn="l">
              <a:lnSpc>
                <a:spcPct val="100000"/>
              </a:lnSpc>
              <a:spcBef>
                <a:spcPts val="0"/>
              </a:spcBef>
              <a:spcAft>
                <a:spcPts val="0"/>
              </a:spcAft>
              <a:buClr>
                <a:schemeClr val="dk1"/>
              </a:buClr>
              <a:buSzPts val="1100"/>
              <a:buFont typeface="Arial"/>
              <a:buNone/>
            </a:pPr>
            <a:r>
              <a:rPr lang="ja" sz="1300"/>
              <a:t>　私も似た状況があったのでよくわかります」と伝える</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ここで共感して、あなただけじゃない、と気持ちを軽くする</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Aちゃんとスキンシップ：ハグをする時間を、定期的に作ってみてはどうでしょうか？</a:t>
            </a:r>
            <a:endParaRPr sz="1300"/>
          </a:p>
          <a:p>
            <a:pPr indent="0" lvl="0" marL="0" rtl="0" algn="l">
              <a:lnSpc>
                <a:spcPct val="100000"/>
              </a:lnSpc>
              <a:spcBef>
                <a:spcPts val="0"/>
              </a:spcBef>
              <a:spcAft>
                <a:spcPts val="0"/>
              </a:spcAft>
              <a:buClr>
                <a:schemeClr val="dk1"/>
              </a:buClr>
              <a:buSzPts val="1100"/>
              <a:buFont typeface="Arial"/>
              <a:buNone/>
            </a:pPr>
            <a:r>
              <a:rPr lang="ja" sz="1300"/>
              <a:t>・朝起きた時</a:t>
            </a:r>
            <a:endParaRPr sz="1300"/>
          </a:p>
          <a:p>
            <a:pPr indent="0" lvl="0" marL="0" rtl="0" algn="l">
              <a:lnSpc>
                <a:spcPct val="100000"/>
              </a:lnSpc>
              <a:spcBef>
                <a:spcPts val="0"/>
              </a:spcBef>
              <a:spcAft>
                <a:spcPts val="0"/>
              </a:spcAft>
              <a:buClr>
                <a:schemeClr val="dk1"/>
              </a:buClr>
              <a:buSzPts val="1100"/>
              <a:buFont typeface="Arial"/>
              <a:buNone/>
            </a:pPr>
            <a:r>
              <a:rPr lang="ja" sz="1300"/>
              <a:t>・保育園にいくために家を出る時</a:t>
            </a:r>
            <a:endParaRPr sz="1300"/>
          </a:p>
          <a:p>
            <a:pPr indent="0" lvl="0" marL="0" rtl="0" algn="l">
              <a:lnSpc>
                <a:spcPct val="100000"/>
              </a:lnSpc>
              <a:spcBef>
                <a:spcPts val="0"/>
              </a:spcBef>
              <a:spcAft>
                <a:spcPts val="0"/>
              </a:spcAft>
              <a:buClr>
                <a:schemeClr val="dk1"/>
              </a:buClr>
              <a:buSzPts val="1100"/>
              <a:buFont typeface="Arial"/>
              <a:buNone/>
            </a:pPr>
            <a:r>
              <a:rPr lang="ja" sz="1300"/>
              <a:t>・寝る前</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ママ：習慣化することで子育てしている感覚UP</a:t>
            </a:r>
            <a:endParaRPr sz="1300"/>
          </a:p>
          <a:p>
            <a:pPr indent="0" lvl="0" marL="0" rtl="0" algn="l">
              <a:lnSpc>
                <a:spcPct val="100000"/>
              </a:lnSpc>
              <a:spcBef>
                <a:spcPts val="0"/>
              </a:spcBef>
              <a:spcAft>
                <a:spcPts val="0"/>
              </a:spcAft>
              <a:buClr>
                <a:schemeClr val="dk1"/>
              </a:buClr>
              <a:buSzPts val="1100"/>
              <a:buFont typeface="Arial"/>
              <a:buNone/>
            </a:pPr>
            <a:r>
              <a:rPr lang="ja" sz="1300"/>
              <a:t>Aちゃん：スキンシップチャンスが増える</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またBちゃんのベビーマッサージを</a:t>
            </a:r>
            <a:endParaRPr sz="1300"/>
          </a:p>
          <a:p>
            <a:pPr indent="0" lvl="0" marL="0" rtl="0" algn="l">
              <a:lnSpc>
                <a:spcPct val="100000"/>
              </a:lnSpc>
              <a:spcBef>
                <a:spcPts val="0"/>
              </a:spcBef>
              <a:spcAft>
                <a:spcPts val="0"/>
              </a:spcAft>
              <a:buClr>
                <a:schemeClr val="dk1"/>
              </a:buClr>
              <a:buSzPts val="1100"/>
              <a:buFont typeface="Arial"/>
              <a:buNone/>
            </a:pPr>
            <a:r>
              <a:rPr lang="ja" sz="1300"/>
              <a:t>Aちゃんと一緒にやってみてはどうでしょうか？</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Aちゃん：責任感UP、ママの苦労も感じる</a:t>
            </a:r>
            <a:endParaRPr sz="1300"/>
          </a:p>
          <a:p>
            <a:pPr indent="0" lvl="0" marL="0" rtl="0" algn="l">
              <a:lnSpc>
                <a:spcPct val="100000"/>
              </a:lnSpc>
              <a:spcBef>
                <a:spcPts val="0"/>
              </a:spcBef>
              <a:spcAft>
                <a:spcPts val="0"/>
              </a:spcAft>
              <a:buClr>
                <a:schemeClr val="dk1"/>
              </a:buClr>
              <a:buSzPts val="1100"/>
              <a:buFont typeface="Arial"/>
              <a:buNone/>
            </a:pPr>
            <a:r>
              <a:rPr lang="ja" sz="1300"/>
              <a:t>　　　　　　　妹を可愛がる気持ちが育つ　</a:t>
            </a:r>
            <a:endParaRPr sz="1300"/>
          </a:p>
          <a:p>
            <a:pPr indent="0" lvl="0" marL="0" rtl="0" algn="l">
              <a:lnSpc>
                <a:spcPct val="100000"/>
              </a:lnSpc>
              <a:spcBef>
                <a:spcPts val="0"/>
              </a:spcBef>
              <a:spcAft>
                <a:spcPts val="0"/>
              </a:spcAft>
              <a:buClr>
                <a:schemeClr val="dk1"/>
              </a:buClr>
              <a:buSzPts val="1100"/>
              <a:buFont typeface="Arial"/>
              <a:buNone/>
            </a:pPr>
            <a:r>
              <a:rPr lang="ja" sz="1300"/>
              <a:t>という感じです。</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※これは事例なので、本当はもう少し詳しく聞いて</a:t>
            </a:r>
            <a:endParaRPr sz="1300"/>
          </a:p>
          <a:p>
            <a:pPr indent="0" lvl="0" marL="0" rtl="0" algn="l">
              <a:lnSpc>
                <a:spcPct val="100000"/>
              </a:lnSpc>
              <a:spcBef>
                <a:spcPts val="0"/>
              </a:spcBef>
              <a:spcAft>
                <a:spcPts val="0"/>
              </a:spcAft>
              <a:buClr>
                <a:schemeClr val="dk1"/>
              </a:buClr>
              <a:buSzPts val="1100"/>
              <a:buFont typeface="Arial"/>
              <a:buNone/>
            </a:pPr>
            <a:r>
              <a:rPr lang="ja" sz="1300"/>
              <a:t>　もっと効果的なアドバイスになります^^</a:t>
            </a:r>
            <a:endParaRPr sz="1300"/>
          </a:p>
          <a:p>
            <a:pPr indent="0" lvl="0" marL="0" rtl="0" algn="l">
              <a:lnSpc>
                <a:spcPct val="100000"/>
              </a:lnSpc>
              <a:spcBef>
                <a:spcPts val="0"/>
              </a:spcBef>
              <a:spcAft>
                <a:spcPts val="0"/>
              </a:spcAft>
              <a:buClr>
                <a:schemeClr val="dk1"/>
              </a:buClr>
              <a:buSzPts val="1100"/>
              <a:buFont typeface="Arial"/>
              <a:buNone/>
            </a:pPr>
            <a:r>
              <a:t/>
            </a:r>
            <a:endParaRPr sz="1300"/>
          </a:p>
        </p:txBody>
      </p:sp>
      <p:sp>
        <p:nvSpPr>
          <p:cNvPr id="606" name="Google Shape;606;p4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9" name="Google Shape;619;p4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t>以前、「毒を盛りましょう！」とか「スポンジの柄にパパって名前を書いておく」とか</a:t>
            </a:r>
            <a:endParaRPr sz="1300"/>
          </a:p>
          <a:p>
            <a:pPr indent="0" lvl="0" marL="0" rtl="0" algn="l">
              <a:lnSpc>
                <a:spcPct val="100000"/>
              </a:lnSpc>
              <a:spcBef>
                <a:spcPts val="0"/>
              </a:spcBef>
              <a:spcAft>
                <a:spcPts val="0"/>
              </a:spcAft>
              <a:buClr>
                <a:schemeClr val="dk1"/>
              </a:buClr>
              <a:buSzPts val="1100"/>
              <a:buFont typeface="Arial"/>
              <a:buNone/>
            </a:pPr>
            <a:r>
              <a:rPr lang="ja" sz="1300"/>
              <a:t>「スイカをお腹に巻いて大変さを実感させながら掃除をさせる」という意見も出ましたw</a:t>
            </a:r>
            <a:endParaRPr sz="1300"/>
          </a:p>
          <a:p>
            <a:pPr indent="0" lvl="0" marL="0" rtl="0" algn="l">
              <a:lnSpc>
                <a:spcPct val="100000"/>
              </a:lnSpc>
              <a:spcBef>
                <a:spcPts val="0"/>
              </a:spcBef>
              <a:spcAft>
                <a:spcPts val="0"/>
              </a:spcAft>
              <a:buClr>
                <a:schemeClr val="dk1"/>
              </a:buClr>
              <a:buSzPts val="1100"/>
              <a:buFont typeface="Arial"/>
              <a:buNone/>
            </a:pPr>
            <a:r>
              <a:rPr lang="ja" sz="1300"/>
              <a:t>こういうクスッと笑えるのも気持ちが楽になりますよね！</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永瀬まみの場合は・・・</a:t>
            </a:r>
            <a:endParaRPr sz="1300"/>
          </a:p>
          <a:p>
            <a:pPr indent="0" lvl="0" marL="0" rtl="0" algn="l">
              <a:lnSpc>
                <a:spcPct val="100000"/>
              </a:lnSpc>
              <a:spcBef>
                <a:spcPts val="0"/>
              </a:spcBef>
              <a:spcAft>
                <a:spcPts val="0"/>
              </a:spcAft>
              <a:buClr>
                <a:schemeClr val="dk1"/>
              </a:buClr>
              <a:buSzPts val="1100"/>
              <a:buFont typeface="Arial"/>
              <a:buNone/>
            </a:pPr>
            <a:r>
              <a:rPr lang="ja" sz="1300"/>
              <a:t>「それは辛いよね、ごめんね気づけなくて。。僕がやるから任せて」</a:t>
            </a:r>
            <a:endParaRPr sz="1300"/>
          </a:p>
          <a:p>
            <a:pPr indent="0" lvl="0" marL="0" rtl="0" algn="l">
              <a:lnSpc>
                <a:spcPct val="100000"/>
              </a:lnSpc>
              <a:spcBef>
                <a:spcPts val="0"/>
              </a:spcBef>
              <a:spcAft>
                <a:spcPts val="0"/>
              </a:spcAft>
              <a:buClr>
                <a:schemeClr val="dk1"/>
              </a:buClr>
              <a:buSzPts val="1100"/>
              <a:buFont typeface="Arial"/>
              <a:buNone/>
            </a:pPr>
            <a:r>
              <a:rPr lang="ja" sz="1300"/>
              <a:t>パパからそういう言葉が欲しかったですよね。。。</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言って欲しかったであろう言葉を代弁します。</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パパを説得して受け入れられなかった時に、さらに気分が悪くなるかもしれないので、別の方法で行きましょう</a:t>
            </a:r>
            <a:endParaRPr sz="1300"/>
          </a:p>
          <a:p>
            <a:pPr indent="0" lvl="0" marL="0" rtl="0" algn="l">
              <a:lnSpc>
                <a:spcPct val="100000"/>
              </a:lnSpc>
              <a:spcBef>
                <a:spcPts val="0"/>
              </a:spcBef>
              <a:spcAft>
                <a:spcPts val="0"/>
              </a:spcAft>
              <a:buClr>
                <a:schemeClr val="dk1"/>
              </a:buClr>
              <a:buSzPts val="1100"/>
              <a:buFont typeface="Arial"/>
              <a:buNone/>
            </a:pPr>
            <a:r>
              <a:rPr lang="ja" sz="1300"/>
              <a:t>と、別案提案します。</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8歳と4歳のお子様に手伝ってもらって、一緒にお風呂掃除をしてみてはどうでしょうか？</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「お風呂ピカピカ隊、出動〜！」「今日もキレイなお風呂に入るぞ〜」</a:t>
            </a:r>
            <a:endParaRPr sz="1300"/>
          </a:p>
          <a:p>
            <a:pPr indent="0" lvl="0" marL="0" rtl="0" algn="l">
              <a:lnSpc>
                <a:spcPct val="100000"/>
              </a:lnSpc>
              <a:spcBef>
                <a:spcPts val="0"/>
              </a:spcBef>
              <a:spcAft>
                <a:spcPts val="0"/>
              </a:spcAft>
              <a:buClr>
                <a:schemeClr val="dk1"/>
              </a:buClr>
              <a:buSzPts val="1100"/>
              <a:buFont typeface="Arial"/>
              <a:buNone/>
            </a:pPr>
            <a:r>
              <a:rPr lang="ja" sz="1300"/>
              <a:t>などの掛け声で、一緒に作業をしつつ、ママが難しいところをお子様に手伝ってもらいましょう</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お子様達：責任UP、家事の習得、集団作業経験ができ、休日にパパに子供のお風呂をお願いするときに</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「パパ、このお風呂僕たちがキレイにしたんだよ！」「今度パパも一緒にピカピカ隊やろうよー」</a:t>
            </a:r>
            <a:endParaRPr sz="1300"/>
          </a:p>
          <a:p>
            <a:pPr indent="0" lvl="0" marL="0" rtl="0" algn="l">
              <a:lnSpc>
                <a:spcPct val="100000"/>
              </a:lnSpc>
              <a:spcBef>
                <a:spcPts val="0"/>
              </a:spcBef>
              <a:spcAft>
                <a:spcPts val="0"/>
              </a:spcAft>
              <a:buClr>
                <a:schemeClr val="dk1"/>
              </a:buClr>
              <a:buSzPts val="1100"/>
              <a:buFont typeface="Arial"/>
              <a:buNone/>
            </a:pPr>
            <a:r>
              <a:rPr lang="ja" sz="1300"/>
              <a:t>など、お子様からのアプローチで、パパの掃除参加を促してみるのも良いかもしれませんね</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ママ→パパ　だと受け入れ難い場合、お子様→パパ　とすることで捉え方が変わることがありますよね</a:t>
            </a:r>
            <a:endParaRPr sz="1300"/>
          </a:p>
          <a:p>
            <a:pPr indent="0" lvl="0" marL="0" rtl="0" algn="l">
              <a:lnSpc>
                <a:spcPct val="100000"/>
              </a:lnSpc>
              <a:spcBef>
                <a:spcPts val="0"/>
              </a:spcBef>
              <a:spcAft>
                <a:spcPts val="0"/>
              </a:spcAft>
              <a:buClr>
                <a:schemeClr val="dk1"/>
              </a:buClr>
              <a:buSzPts val="1100"/>
              <a:buFont typeface="Arial"/>
              <a:buNone/>
            </a:pPr>
            <a:r>
              <a:t/>
            </a:r>
            <a:endParaRPr sz="1300"/>
          </a:p>
        </p:txBody>
      </p:sp>
      <p:sp>
        <p:nvSpPr>
          <p:cNvPr id="620" name="Google Shape;620;p4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5" name="Google Shape;635;p4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t>、、、</a:t>
            </a:r>
            <a:endParaRPr sz="1300"/>
          </a:p>
          <a:p>
            <a:pPr indent="0" lvl="0" marL="0" rtl="0" algn="l">
              <a:lnSpc>
                <a:spcPct val="100000"/>
              </a:lnSpc>
              <a:spcBef>
                <a:spcPts val="0"/>
              </a:spcBef>
              <a:spcAft>
                <a:spcPts val="0"/>
              </a:spcAft>
              <a:buClr>
                <a:schemeClr val="dk1"/>
              </a:buClr>
              <a:buSzPts val="1100"/>
              <a:buFont typeface="Arial"/>
              <a:buNone/>
            </a:pPr>
            <a:r>
              <a:rPr lang="ja" sz="1300"/>
              <a:t>苦しい悩みや、ちょっとしたイライラ（？）も、こういう投稿をしてみたり、</a:t>
            </a:r>
            <a:endParaRPr sz="1300"/>
          </a:p>
          <a:p>
            <a:pPr indent="0" lvl="0" marL="0" rtl="0" algn="l">
              <a:lnSpc>
                <a:spcPct val="100000"/>
              </a:lnSpc>
              <a:spcBef>
                <a:spcPts val="0"/>
              </a:spcBef>
              <a:spcAft>
                <a:spcPts val="0"/>
              </a:spcAft>
              <a:buClr>
                <a:schemeClr val="dk1"/>
              </a:buClr>
              <a:buSzPts val="1100"/>
              <a:buFont typeface="Arial"/>
              <a:buNone/>
            </a:pPr>
            <a:r>
              <a:rPr lang="ja" sz="1300"/>
              <a:t>カウンセラーのナイスな返しで気持ちが軽くなりますよね</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「カウンセラーとして、実際にアドバイスするのは難しい」そう感じるかもしれませんが</a:t>
            </a:r>
            <a:endParaRPr sz="1300"/>
          </a:p>
          <a:p>
            <a:pPr indent="0" lvl="0" marL="0" rtl="0" algn="l">
              <a:lnSpc>
                <a:spcPct val="100000"/>
              </a:lnSpc>
              <a:spcBef>
                <a:spcPts val="0"/>
              </a:spcBef>
              <a:spcAft>
                <a:spcPts val="0"/>
              </a:spcAft>
              <a:buClr>
                <a:schemeClr val="dk1"/>
              </a:buClr>
              <a:buSzPts val="1100"/>
              <a:buFont typeface="Arial"/>
              <a:buNone/>
            </a:pPr>
            <a:r>
              <a:rPr lang="ja" sz="1300"/>
              <a:t>難しいからこそ、カウンセラーとしてのお仕事が成立します</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さらに・・・グループチャットだと、たくさんのカウンセラーから、フォローメッセージをもらえるので</a:t>
            </a:r>
            <a:endParaRPr sz="1300"/>
          </a:p>
          <a:p>
            <a:pPr indent="0" lvl="0" marL="0" rtl="0" algn="l">
              <a:lnSpc>
                <a:spcPct val="100000"/>
              </a:lnSpc>
              <a:spcBef>
                <a:spcPts val="0"/>
              </a:spcBef>
              <a:spcAft>
                <a:spcPts val="0"/>
              </a:spcAft>
              <a:buClr>
                <a:schemeClr val="dk1"/>
              </a:buClr>
              <a:buSzPts val="1100"/>
              <a:buFont typeface="Arial"/>
              <a:buNone/>
            </a:pPr>
            <a:r>
              <a:rPr lang="ja" sz="1300"/>
              <a:t>「自分一人で全部支えなきゃいけない」というプレッシャーも感じなくて良いんですよね！</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私が教える講座や運営するチャットには、私も先輩カウンセラーもいるので</a:t>
            </a:r>
            <a:endParaRPr sz="1300"/>
          </a:p>
          <a:p>
            <a:pPr indent="0" lvl="0" marL="0" rtl="0" algn="l">
              <a:lnSpc>
                <a:spcPct val="100000"/>
              </a:lnSpc>
              <a:spcBef>
                <a:spcPts val="0"/>
              </a:spcBef>
              <a:spcAft>
                <a:spcPts val="0"/>
              </a:spcAft>
              <a:buClr>
                <a:schemeClr val="dk1"/>
              </a:buClr>
              <a:buSzPts val="1100"/>
              <a:buFont typeface="Arial"/>
              <a:buNone/>
            </a:pPr>
            <a:r>
              <a:rPr lang="ja" sz="1300"/>
              <a:t>あなた自身も学びながらカウンセラーのスキルを高めつつ、お客様のサポートが行えるんです。</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ja" sz="1300"/>
              <a:t>「みんなで支える、</a:t>
            </a:r>
            <a:r>
              <a:rPr lang="ja" sz="1300">
                <a:solidFill>
                  <a:schemeClr val="dk1"/>
                </a:solidFill>
              </a:rPr>
              <a:t>全員で育てる」</a:t>
            </a:r>
            <a:r>
              <a:rPr lang="ja" sz="1300"/>
              <a:t>というのはこういうことです^^</a:t>
            </a:r>
            <a:endParaRPr sz="1300"/>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636" name="Google Shape;636;p4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3" name="Google Shape;643;p4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最後にこちらになりますが、どうやってお客様と知り合うの？</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知り合った後に、どんな風にサービスを買ってもらうの？</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という部分は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これらは講座で詳しくお伝えしている部分で</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コミュニティのビジネスモデル（戦略）も含まれるため</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このライブではちょっとだけお見せするだけになります。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ご理解のほど、どうぞよろしくお願いいたします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p:txBody>
      </p:sp>
      <p:sp>
        <p:nvSpPr>
          <p:cNvPr id="644" name="Google Shape;644;p4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4" name="Google Shape;654;p5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300"/>
              <a:t>読むだけ（説明なし）</a:t>
            </a:r>
            <a:endParaRPr sz="1300"/>
          </a:p>
        </p:txBody>
      </p:sp>
      <p:sp>
        <p:nvSpPr>
          <p:cNvPr id="655" name="Google Shape;655;p5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5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お客様と繋がるというところでは、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オンラインは、インスタ、DM、FB、メッセンジャーなど、SNSで繋がったり</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リアルでは、大型の集合イベントに参加するという方法もあります。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マルシェ、サミット、Expoというものです。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これはオンラインでもやっている場合もあります。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お教室やワークショップを企画して、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育脳マインド</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1秒育脳®️</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育脳ルーティン</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非認知能力UP</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ベビーマッサージ教室など、楽育メソッド教室を開催することが可能です。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自分で開催できるようになるので</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そこでたくさんの方と出会うことができます。</a:t>
            </a:r>
            <a:endParaRPr sz="1300">
              <a:solidFill>
                <a:schemeClr val="dk1"/>
              </a:solidFill>
            </a:endParaRPr>
          </a:p>
        </p:txBody>
      </p:sp>
      <p:sp>
        <p:nvSpPr>
          <p:cNvPr id="665" name="Google Shape;665;p5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5" name="Google Shape;675;p5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マッチング打ち合わせでは、やれること（オファー）の説明をします。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まず、ヒアリングして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お悩み確認</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希望の確認します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次にアクションの提案をします。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お子様に向けて育脳サポート</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ママに向けてコーチング</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チャットサポートのご案内　などです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そして、定期的なメンテナンスやミーティングでは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		回数、曜日、時間帯のすり合わせをします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400">
                <a:solidFill>
                  <a:schemeClr val="dk1"/>
                </a:solidFill>
              </a:rPr>
              <a:t>	</a:t>
            </a:r>
            <a:endParaRPr sz="1400">
              <a:solidFill>
                <a:schemeClr val="dk1"/>
              </a:solidFill>
            </a:endParaRPr>
          </a:p>
        </p:txBody>
      </p:sp>
      <p:sp>
        <p:nvSpPr>
          <p:cNvPr id="676" name="Google Shape;676;p5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6" name="Google Shape;686;p5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サポート終了時、必要な方には継続を提案します。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魅力としてお伝えした部分、</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クライアントとじっくり長く関われるから</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サービスを継続してもらいやすいんです。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そして、新規のお客様を口コミで紹介してもらえます。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年齢や成長と共に次のステップがあるので、メソッドの効果を実感したママは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年齢や成長に合わせた、次のステップを知りたくなるんですよね！</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なので、サポートをリピートするご家庭がほとんどです。だから長く関われるんです。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長く続けるほど、育脳で子どもの育てやすさが加速的にUPし</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思春期、社会人になっても、良好な仲良し家族関係が続きます。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結果として、他のサポートサービスでは得られない</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お客様との信頼関係が築けて口コミも広がる</a:t>
            </a:r>
            <a:r>
              <a:rPr lang="ja" sz="1400">
                <a:solidFill>
                  <a:schemeClr val="dk1"/>
                </a:solidFill>
              </a:rPr>
              <a:t>んです。</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687" name="Google Shape;687;p5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6" name="Google Shape;696;p5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どんなビジネスでも悩むポイントは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今の受講生やカウンセリングの起業仲間も悩みは似ています。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集客は、どうやって知り合えば良いんだろう？信頼されるだろうか？</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カウンセリングは・・・ママの気持ちや相談内容に、ちゃんと応えられるかな</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そんな不安が大きいと思います</a:t>
            </a:r>
            <a:endParaRPr sz="1500">
              <a:solidFill>
                <a:schemeClr val="dk1"/>
              </a:solidFill>
            </a:endParaRPr>
          </a:p>
        </p:txBody>
      </p:sp>
      <p:sp>
        <p:nvSpPr>
          <p:cNvPr id="697" name="Google Shape;697;p5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6" name="Google Shape;706;p5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でも、皆さん、安心してください！</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講座ではバックアップをご用意しています。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経験値を積むための最初のステップとして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カウンセリング実習を利用できたり</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体験教室や子育て相談会のやり方をお伝えし</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カウンセラーの認知を高める環境をご用意しています。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p:txBody>
      </p:sp>
      <p:sp>
        <p:nvSpPr>
          <p:cNvPr id="707" name="Google Shape;707;p5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6" name="Google Shape;716;p5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チャットでの応対が一人にならないよう</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コミュニティ全体でサポートできるよう、環境を作っていたり、</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お仕事し始めの時期は</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カウンセリング内容について、フィードバックする制度も導入しています。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p:txBody>
      </p:sp>
      <p:sp>
        <p:nvSpPr>
          <p:cNvPr id="717" name="Google Shape;717;p5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7" name="Google Shape;727;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sz="1300"/>
              <a:t>おさらいになりますが・・・</a:t>
            </a:r>
            <a:endParaRPr sz="1300"/>
          </a:p>
          <a:p>
            <a:pPr indent="0" lvl="0" marL="0" rtl="0" algn="l">
              <a:lnSpc>
                <a:spcPct val="100000"/>
              </a:lnSpc>
              <a:spcBef>
                <a:spcPts val="0"/>
              </a:spcBef>
              <a:spcAft>
                <a:spcPts val="0"/>
              </a:spcAft>
              <a:buSzPts val="1100"/>
              <a:buNone/>
            </a:pPr>
            <a:r>
              <a:rPr lang="ja" sz="1300"/>
              <a:t>育脳子育てカウンセラーの魅力としては</a:t>
            </a:r>
            <a:endParaRPr sz="1300"/>
          </a:p>
          <a:p>
            <a:pPr indent="0" lvl="0" marL="0" rtl="0" algn="l">
              <a:lnSpc>
                <a:spcPct val="100000"/>
              </a:lnSpc>
              <a:spcBef>
                <a:spcPts val="0"/>
              </a:spcBef>
              <a:spcAft>
                <a:spcPts val="0"/>
              </a:spcAft>
              <a:buSzPts val="1100"/>
              <a:buNone/>
            </a:pPr>
            <a:r>
              <a:rPr lang="ja" sz="1300"/>
              <a:t>子育て経験が武器になる</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ja" sz="1300"/>
              <a:t>そして、、、</a:t>
            </a:r>
            <a:endParaRPr sz="1300"/>
          </a:p>
          <a:p>
            <a:pPr indent="0" lvl="0" marL="0" rtl="0" algn="l">
              <a:lnSpc>
                <a:spcPct val="115000"/>
              </a:lnSpc>
              <a:spcBef>
                <a:spcPts val="0"/>
              </a:spcBef>
              <a:spcAft>
                <a:spcPts val="0"/>
              </a:spcAft>
              <a:buClr>
                <a:schemeClr val="dk1"/>
              </a:buClr>
              <a:buSzPts val="1100"/>
              <a:buFont typeface="Arial"/>
              <a:buNone/>
            </a:pPr>
            <a:r>
              <a:t/>
            </a:r>
            <a:endParaRPr sz="1300"/>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ja" sz="1300"/>
              <a:t>やりがいをとても強く感じられる！</a:t>
            </a:r>
            <a:endParaRPr sz="1300"/>
          </a:p>
          <a:p>
            <a:pPr indent="0" lvl="0" marL="0" rtl="0" algn="l">
              <a:lnSpc>
                <a:spcPct val="100000"/>
              </a:lnSpc>
              <a:spcBef>
                <a:spcPts val="0"/>
              </a:spcBef>
              <a:spcAft>
                <a:spcPts val="0"/>
              </a:spcAft>
              <a:buSzPts val="1100"/>
              <a:buNone/>
            </a:pPr>
            <a:r>
              <a:rPr lang="ja" sz="1300"/>
              <a:t>ということです。</a:t>
            </a:r>
            <a:endParaRPr sz="1300"/>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3" name="Google Shape;743;p5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DAY４のまとめになりますが（スライドを指す）</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（上）このサービスがお仕事になる理由を</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（下）このイメージの内容でお伝えしました。</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744" name="Google Shape;744;p5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3" name="Google Shape;753;p6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さらに、このお仕事をどんな風に進めていくのか</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全体の流れをお伝えしました。</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決済、連絡手段の確認は本日お伝えしていませんが</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サポート開始＆サポート内容については・・・</a:t>
            </a:r>
            <a:endParaRPr sz="1300">
              <a:solidFill>
                <a:schemeClr val="dk1"/>
              </a:solidFill>
            </a:endParaRPr>
          </a:p>
        </p:txBody>
      </p:sp>
      <p:sp>
        <p:nvSpPr>
          <p:cNvPr id="754" name="Google Shape;754;p6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3" name="Google Shape;763;p6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カウンセリングシートで育脳カリキュラムを管理して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改善状態をみつつ、定期的にメンテナンスしたり、</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ママの気持ちに寄り添ったり、チャットを使った、コミュニティ全員によるサポート</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といった部分をお伝えしました！</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結構盛りだくさんでしたね！　本日の内容はここまでになります！</a:t>
            </a:r>
            <a:endParaRPr sz="1300">
              <a:solidFill>
                <a:schemeClr val="dk1"/>
              </a:solidFill>
            </a:endParaRPr>
          </a:p>
        </p:txBody>
      </p:sp>
      <p:sp>
        <p:nvSpPr>
          <p:cNvPr id="764" name="Google Shape;764;p6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8" name="Google Shape;778;p6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9" name="Google Shape;779;p6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6" name="Google Shape;786;p6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787" name="Google Shape;787;p6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8" name="Google Shape;798;p6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9" name="Google Shape;799;p6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0" name="Google Shape;810;p6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750">
              <a:solidFill>
                <a:schemeClr val="dk1"/>
              </a:solidFill>
            </a:endParaRPr>
          </a:p>
          <a:p>
            <a:pPr indent="0" lvl="0" marL="0" rtl="0" algn="l">
              <a:lnSpc>
                <a:spcPct val="100000"/>
              </a:lnSpc>
              <a:spcBef>
                <a:spcPts val="0"/>
              </a:spcBef>
              <a:spcAft>
                <a:spcPts val="0"/>
              </a:spcAft>
              <a:buSzPts val="1100"/>
              <a:buNone/>
            </a:pPr>
            <a:r>
              <a:t/>
            </a:r>
            <a:endParaRPr/>
          </a:p>
        </p:txBody>
      </p:sp>
      <p:sp>
        <p:nvSpPr>
          <p:cNvPr id="811" name="Google Shape;811;p6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1" name="Google Shape;821;p6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📣講座の説明会お申込みはこちら📣</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「育脳子育てカウンセラー</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　プレミアム講座👶」</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u="sng">
                <a:solidFill>
                  <a:schemeClr val="hlink"/>
                </a:solidFill>
                <a:hlinkClick r:id="rId2"/>
              </a:rPr>
              <a:t>https://eqno.mamaaka.com/p/kbt2</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追加で3名様だけ</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特別限定価格でのご案内があります🙌</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※ご家庭での子育てに活かしたい方は</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「ママのための育脳マスターコース」を</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お選びください。</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※カウンセラービジネスに興味があると言う方は</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「カウンセラー養成講座」を選択して</a:t>
            </a:r>
            <a:endParaRPr sz="1000">
              <a:solidFill>
                <a:schemeClr val="dk1"/>
              </a:solidFill>
            </a:endParaRPr>
          </a:p>
          <a:p>
            <a:pPr indent="0" lvl="0" marL="0" rtl="0" algn="l">
              <a:lnSpc>
                <a:spcPct val="100000"/>
              </a:lnSpc>
              <a:spcBef>
                <a:spcPts val="0"/>
              </a:spcBef>
              <a:spcAft>
                <a:spcPts val="0"/>
              </a:spcAft>
              <a:buSzPts val="1100"/>
              <a:buNone/>
            </a:pPr>
            <a:r>
              <a:rPr lang="ja" sz="1000">
                <a:solidFill>
                  <a:schemeClr val="dk1"/>
                </a:solidFill>
              </a:rPr>
              <a:t>お申し込みください。</a:t>
            </a:r>
            <a:endParaRPr/>
          </a:p>
        </p:txBody>
      </p:sp>
      <p:sp>
        <p:nvSpPr>
          <p:cNvPr id="822" name="Google Shape;822;p6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6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843" name="Google Shape;843;p6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4" name="Google Shape;854;p6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855" name="Google Shape;855;p6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6" name="Google Shape;866;p6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成功しやすい環境を手に入れて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実践されることをお勧めします。</a:t>
            </a:r>
            <a:endParaRPr sz="1300">
              <a:solidFill>
                <a:schemeClr val="dk1"/>
              </a:solidFill>
            </a:endParaRPr>
          </a:p>
        </p:txBody>
      </p:sp>
      <p:sp>
        <p:nvSpPr>
          <p:cNvPr id="867" name="Google Shape;867;p6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6" name="Google Shape;876;p7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成功しやすい環境を手に入れて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実践されることをお勧めします。</a:t>
            </a:r>
            <a:endParaRPr sz="1300">
              <a:solidFill>
                <a:schemeClr val="dk1"/>
              </a:solidFill>
            </a:endParaRPr>
          </a:p>
        </p:txBody>
      </p:sp>
      <p:sp>
        <p:nvSpPr>
          <p:cNvPr id="877" name="Google Shape;877;p7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7" name="Google Shape;887;p7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成功しやすい環境を手に入れて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実践されることをお勧めします。</a:t>
            </a:r>
            <a:endParaRPr sz="1300">
              <a:solidFill>
                <a:schemeClr val="dk1"/>
              </a:solidFill>
            </a:endParaRPr>
          </a:p>
        </p:txBody>
      </p:sp>
      <p:sp>
        <p:nvSpPr>
          <p:cNvPr id="888" name="Google Shape;888;p7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0" name="Google Shape;900;p7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
        <p:nvSpPr>
          <p:cNvPr id="901" name="Google Shape;901;p7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5" name="Google Shape;925;p7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成功しやすい環境を手に入れて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実践されることをお勧めします。</a:t>
            </a:r>
            <a:endParaRPr sz="1300">
              <a:solidFill>
                <a:schemeClr val="dk1"/>
              </a:solidFill>
            </a:endParaRPr>
          </a:p>
        </p:txBody>
      </p:sp>
      <p:sp>
        <p:nvSpPr>
          <p:cNvPr id="926" name="Google Shape;926;p7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1" name="Google Shape;941;p7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成功しやすい環境を手に入れて</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ja" sz="1300">
                <a:solidFill>
                  <a:schemeClr val="dk1"/>
                </a:solidFill>
              </a:rPr>
              <a:t>実践されることをお勧めします。</a:t>
            </a:r>
            <a:endParaRPr sz="1300">
              <a:solidFill>
                <a:schemeClr val="dk1"/>
              </a:solidFill>
            </a:endParaRPr>
          </a:p>
        </p:txBody>
      </p:sp>
      <p:sp>
        <p:nvSpPr>
          <p:cNvPr id="942" name="Google Shape;942;p7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1" name="Google Shape;951;p7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【特別特典】</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ー褒め褒め言葉　自動作成ー</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▪️プロンプト</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※ファイルや文章をコピーしてお使いください。</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https://docs.google.com/document/d/1c8FNXe5rqApBtM1iQN10cdcT76KVvpp8j5H8dT1ypVo/edit?usp=sharing</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ja" sz="1000">
                <a:solidFill>
                  <a:schemeClr val="dk1"/>
                </a:solidFill>
              </a:rPr>
              <a:t>▪️解説動画</a:t>
            </a:r>
            <a:endParaRPr sz="1000">
              <a:solidFill>
                <a:schemeClr val="dk1"/>
              </a:solidFill>
            </a:endParaRPr>
          </a:p>
          <a:p>
            <a:pPr indent="0" lvl="0" marL="0" rtl="0" algn="l">
              <a:lnSpc>
                <a:spcPct val="100000"/>
              </a:lnSpc>
              <a:spcBef>
                <a:spcPts val="0"/>
              </a:spcBef>
              <a:spcAft>
                <a:spcPts val="0"/>
              </a:spcAft>
              <a:buSzPts val="1100"/>
              <a:buNone/>
            </a:pPr>
            <a:r>
              <a:rPr lang="ja" sz="1000" u="sng">
                <a:solidFill>
                  <a:schemeClr val="hlink"/>
                </a:solidFill>
                <a:hlinkClick r:id="rId2"/>
              </a:rPr>
              <a:t>https://youtu.be/tCc0-VRvq2c</a:t>
            </a:r>
            <a:endParaRPr/>
          </a:p>
        </p:txBody>
      </p:sp>
      <p:sp>
        <p:nvSpPr>
          <p:cNvPr id="952" name="Google Shape;952;p7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j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白紙" type="blank">
  <p:cSld name="BLANK">
    <p:spTree>
      <p:nvGrpSpPr>
        <p:cNvPr id="11" name="Shape 11"/>
        <p:cNvGrpSpPr/>
        <p:nvPr/>
      </p:nvGrpSpPr>
      <p:grpSpPr>
        <a:xfrm>
          <a:off x="0" y="0"/>
          <a:ext cx="0" cy="0"/>
          <a:chOff x="0" y="0"/>
          <a:chExt cx="0" cy="0"/>
        </a:xfrm>
      </p:grpSpPr>
      <p:sp>
        <p:nvSpPr>
          <p:cNvPr id="12" name="Google Shape;12;p77"/>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3" name="Google Shape;13;p77"/>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4" name="Google Shape;14;p77"/>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type="title">
  <p:cSld name="TITLE">
    <p:spTree>
      <p:nvGrpSpPr>
        <p:cNvPr id="15" name="Shape 15"/>
        <p:cNvGrpSpPr/>
        <p:nvPr/>
      </p:nvGrpSpPr>
      <p:grpSpPr>
        <a:xfrm>
          <a:off x="0" y="0"/>
          <a:ext cx="0" cy="0"/>
          <a:chOff x="0" y="0"/>
          <a:chExt cx="0" cy="0"/>
        </a:xfrm>
      </p:grpSpPr>
      <p:sp>
        <p:nvSpPr>
          <p:cNvPr id="16" name="Google Shape;16;p78"/>
          <p:cNvSpPr txBox="1"/>
          <p:nvPr>
            <p:ph type="ctrTitle"/>
          </p:nvPr>
        </p:nvSpPr>
        <p:spPr>
          <a:xfrm>
            <a:off x="685800" y="841772"/>
            <a:ext cx="7772400" cy="1790700"/>
          </a:xfrm>
          <a:prstGeom prst="rect">
            <a:avLst/>
          </a:prstGeom>
          <a:noFill/>
          <a:ln>
            <a:noFill/>
          </a:ln>
        </p:spPr>
        <p:txBody>
          <a:bodyPr anchorCtr="0" anchor="b" bIns="39550" lIns="79125" spcFirstLastPara="1" rIns="79125" wrap="square" tIns="39550">
            <a:normAutofit/>
          </a:bodyPr>
          <a:lstStyle>
            <a:lvl1pPr lvl="0" algn="ctr">
              <a:lnSpc>
                <a:spcPct val="90000"/>
              </a:lnSpc>
              <a:spcBef>
                <a:spcPts val="0"/>
              </a:spcBef>
              <a:spcAft>
                <a:spcPts val="0"/>
              </a:spcAft>
              <a:buClr>
                <a:schemeClr val="dk1"/>
              </a:buClr>
              <a:buSzPts val="5200"/>
              <a:buFont typeface="Calibri"/>
              <a:buNone/>
              <a:defRPr sz="52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7" name="Google Shape;17;p78"/>
          <p:cNvSpPr txBox="1"/>
          <p:nvPr>
            <p:ph idx="1" type="subTitle"/>
          </p:nvPr>
        </p:nvSpPr>
        <p:spPr>
          <a:xfrm>
            <a:off x="1143000" y="2701528"/>
            <a:ext cx="6858000" cy="1241700"/>
          </a:xfrm>
          <a:prstGeom prst="rect">
            <a:avLst/>
          </a:prstGeom>
          <a:noFill/>
          <a:ln>
            <a:noFill/>
          </a:ln>
        </p:spPr>
        <p:txBody>
          <a:bodyPr anchorCtr="0" anchor="t" bIns="39550" lIns="79125" spcFirstLastPara="1" rIns="79125" wrap="square" tIns="39550">
            <a:normAutofit/>
          </a:bodyPr>
          <a:lstStyle>
            <a:lvl1pPr lvl="0" algn="ctr">
              <a:lnSpc>
                <a:spcPct val="90000"/>
              </a:lnSpc>
              <a:spcBef>
                <a:spcPts val="900"/>
              </a:spcBef>
              <a:spcAft>
                <a:spcPts val="0"/>
              </a:spcAft>
              <a:buClr>
                <a:schemeClr val="dk1"/>
              </a:buClr>
              <a:buSzPts val="2100"/>
              <a:buNone/>
              <a:defRPr sz="2100"/>
            </a:lvl1pPr>
            <a:lvl2pPr lvl="1" algn="ctr">
              <a:lnSpc>
                <a:spcPct val="90000"/>
              </a:lnSpc>
              <a:spcBef>
                <a:spcPts val="400"/>
              </a:spcBef>
              <a:spcAft>
                <a:spcPts val="0"/>
              </a:spcAft>
              <a:buClr>
                <a:schemeClr val="dk1"/>
              </a:buClr>
              <a:buSzPts val="1700"/>
              <a:buNone/>
              <a:defRPr sz="1700"/>
            </a:lvl2pPr>
            <a:lvl3pPr lvl="2" algn="ctr">
              <a:lnSpc>
                <a:spcPct val="90000"/>
              </a:lnSpc>
              <a:spcBef>
                <a:spcPts val="400"/>
              </a:spcBef>
              <a:spcAft>
                <a:spcPts val="0"/>
              </a:spcAft>
              <a:buClr>
                <a:schemeClr val="dk1"/>
              </a:buClr>
              <a:buSzPts val="1600"/>
              <a:buNone/>
              <a:defRPr sz="1600"/>
            </a:lvl3pPr>
            <a:lvl4pPr lvl="3" algn="ctr">
              <a:lnSpc>
                <a:spcPct val="90000"/>
              </a:lnSpc>
              <a:spcBef>
                <a:spcPts val="400"/>
              </a:spcBef>
              <a:spcAft>
                <a:spcPts val="0"/>
              </a:spcAft>
              <a:buClr>
                <a:schemeClr val="dk1"/>
              </a:buClr>
              <a:buSzPts val="1400"/>
              <a:buNone/>
              <a:defRPr sz="1400"/>
            </a:lvl4pPr>
            <a:lvl5pPr lvl="4" algn="ctr">
              <a:lnSpc>
                <a:spcPct val="90000"/>
              </a:lnSpc>
              <a:spcBef>
                <a:spcPts val="400"/>
              </a:spcBef>
              <a:spcAft>
                <a:spcPts val="0"/>
              </a:spcAft>
              <a:buClr>
                <a:schemeClr val="dk1"/>
              </a:buClr>
              <a:buSzPts val="1400"/>
              <a:buNone/>
              <a:defRPr sz="1400"/>
            </a:lvl5pPr>
            <a:lvl6pPr lvl="5" algn="ctr">
              <a:lnSpc>
                <a:spcPct val="90000"/>
              </a:lnSpc>
              <a:spcBef>
                <a:spcPts val="400"/>
              </a:spcBef>
              <a:spcAft>
                <a:spcPts val="0"/>
              </a:spcAft>
              <a:buClr>
                <a:schemeClr val="dk1"/>
              </a:buClr>
              <a:buSzPts val="1400"/>
              <a:buNone/>
              <a:defRPr sz="1400"/>
            </a:lvl6pPr>
            <a:lvl7pPr lvl="6" algn="ctr">
              <a:lnSpc>
                <a:spcPct val="90000"/>
              </a:lnSpc>
              <a:spcBef>
                <a:spcPts val="400"/>
              </a:spcBef>
              <a:spcAft>
                <a:spcPts val="0"/>
              </a:spcAft>
              <a:buClr>
                <a:schemeClr val="dk1"/>
              </a:buClr>
              <a:buSzPts val="1400"/>
              <a:buNone/>
              <a:defRPr sz="1400"/>
            </a:lvl7pPr>
            <a:lvl8pPr lvl="7" algn="ctr">
              <a:lnSpc>
                <a:spcPct val="90000"/>
              </a:lnSpc>
              <a:spcBef>
                <a:spcPts val="400"/>
              </a:spcBef>
              <a:spcAft>
                <a:spcPts val="0"/>
              </a:spcAft>
              <a:buClr>
                <a:schemeClr val="dk1"/>
              </a:buClr>
              <a:buSzPts val="1400"/>
              <a:buNone/>
              <a:defRPr sz="1400"/>
            </a:lvl8pPr>
            <a:lvl9pPr lvl="8" algn="ctr">
              <a:lnSpc>
                <a:spcPct val="90000"/>
              </a:lnSpc>
              <a:spcBef>
                <a:spcPts val="400"/>
              </a:spcBef>
              <a:spcAft>
                <a:spcPts val="0"/>
              </a:spcAft>
              <a:buClr>
                <a:schemeClr val="dk1"/>
              </a:buClr>
              <a:buSzPts val="1400"/>
              <a:buNone/>
              <a:defRPr sz="1400"/>
            </a:lvl9pPr>
          </a:lstStyle>
          <a:p/>
        </p:txBody>
      </p:sp>
      <p:sp>
        <p:nvSpPr>
          <p:cNvPr id="18" name="Google Shape;18;p78"/>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9" name="Google Shape;19;p78"/>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0" name="Google Shape;20;p78"/>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type="obj">
  <p:cSld name="OBJECT">
    <p:spTree>
      <p:nvGrpSpPr>
        <p:cNvPr id="21" name="Shape 21"/>
        <p:cNvGrpSpPr/>
        <p:nvPr/>
      </p:nvGrpSpPr>
      <p:grpSpPr>
        <a:xfrm>
          <a:off x="0" y="0"/>
          <a:ext cx="0" cy="0"/>
          <a:chOff x="0" y="0"/>
          <a:chExt cx="0" cy="0"/>
        </a:xfrm>
      </p:grpSpPr>
      <p:sp>
        <p:nvSpPr>
          <p:cNvPr id="22" name="Google Shape;22;p79"/>
          <p:cNvSpPr txBox="1"/>
          <p:nvPr>
            <p:ph type="title"/>
          </p:nvPr>
        </p:nvSpPr>
        <p:spPr>
          <a:xfrm>
            <a:off x="628650" y="273845"/>
            <a:ext cx="7886700" cy="994200"/>
          </a:xfrm>
          <a:prstGeom prst="rect">
            <a:avLst/>
          </a:prstGeom>
          <a:noFill/>
          <a:ln>
            <a:noFill/>
          </a:ln>
        </p:spPr>
        <p:txBody>
          <a:bodyPr anchorCtr="0" anchor="ctr" bIns="39550" lIns="79125" spcFirstLastPara="1" rIns="79125" wrap="square" tIns="39550">
            <a:normAutofit/>
          </a:bodyPr>
          <a:lstStyle>
            <a:lvl1pPr lvl="0" algn="l">
              <a:lnSpc>
                <a:spcPct val="90000"/>
              </a:lnSpc>
              <a:spcBef>
                <a:spcPts val="0"/>
              </a:spcBef>
              <a:spcAft>
                <a:spcPts val="0"/>
              </a:spcAft>
              <a:buClr>
                <a:schemeClr val="dk1"/>
              </a:buClr>
              <a:buSzPts val="16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3" name="Google Shape;23;p79"/>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rmAutofit/>
          </a:bodyPr>
          <a:lstStyle>
            <a:lvl1pPr indent="-330200" lvl="0" marL="457200" algn="l">
              <a:lnSpc>
                <a:spcPct val="90000"/>
              </a:lnSpc>
              <a:spcBef>
                <a:spcPts val="900"/>
              </a:spcBef>
              <a:spcAft>
                <a:spcPts val="0"/>
              </a:spcAft>
              <a:buClr>
                <a:schemeClr val="dk1"/>
              </a:buClr>
              <a:buSzPts val="1600"/>
              <a:buChar char="•"/>
              <a:defRPr/>
            </a:lvl1pPr>
            <a:lvl2pPr indent="-330200" lvl="1" marL="914400" algn="l">
              <a:lnSpc>
                <a:spcPct val="90000"/>
              </a:lnSpc>
              <a:spcBef>
                <a:spcPts val="400"/>
              </a:spcBef>
              <a:spcAft>
                <a:spcPts val="0"/>
              </a:spcAft>
              <a:buClr>
                <a:schemeClr val="dk1"/>
              </a:buClr>
              <a:buSzPts val="1600"/>
              <a:buChar char="•"/>
              <a:defRPr/>
            </a:lvl2pPr>
            <a:lvl3pPr indent="-330200" lvl="2" marL="1371600" algn="l">
              <a:lnSpc>
                <a:spcPct val="90000"/>
              </a:lnSpc>
              <a:spcBef>
                <a:spcPts val="400"/>
              </a:spcBef>
              <a:spcAft>
                <a:spcPts val="0"/>
              </a:spcAft>
              <a:buClr>
                <a:schemeClr val="dk1"/>
              </a:buClr>
              <a:buSzPts val="1600"/>
              <a:buChar char="•"/>
              <a:defRPr/>
            </a:lvl3pPr>
            <a:lvl4pPr indent="-330200" lvl="3" marL="1828800" algn="l">
              <a:lnSpc>
                <a:spcPct val="90000"/>
              </a:lnSpc>
              <a:spcBef>
                <a:spcPts val="400"/>
              </a:spcBef>
              <a:spcAft>
                <a:spcPts val="0"/>
              </a:spcAft>
              <a:buClr>
                <a:schemeClr val="dk1"/>
              </a:buClr>
              <a:buSzPts val="1600"/>
              <a:buChar char="•"/>
              <a:defRPr/>
            </a:lvl4pPr>
            <a:lvl5pPr indent="-330200" lvl="4" marL="2286000" algn="l">
              <a:lnSpc>
                <a:spcPct val="90000"/>
              </a:lnSpc>
              <a:spcBef>
                <a:spcPts val="400"/>
              </a:spcBef>
              <a:spcAft>
                <a:spcPts val="0"/>
              </a:spcAft>
              <a:buClr>
                <a:schemeClr val="dk1"/>
              </a:buClr>
              <a:buSzPts val="1600"/>
              <a:buChar char="•"/>
              <a:defRPr/>
            </a:lvl5pPr>
            <a:lvl6pPr indent="-330200" lvl="5" marL="2743200" algn="l">
              <a:lnSpc>
                <a:spcPct val="90000"/>
              </a:lnSpc>
              <a:spcBef>
                <a:spcPts val="400"/>
              </a:spcBef>
              <a:spcAft>
                <a:spcPts val="0"/>
              </a:spcAft>
              <a:buClr>
                <a:schemeClr val="dk1"/>
              </a:buClr>
              <a:buSzPts val="1600"/>
              <a:buChar char="•"/>
              <a:defRPr/>
            </a:lvl6pPr>
            <a:lvl7pPr indent="-330200" lvl="6" marL="3200400" algn="l">
              <a:lnSpc>
                <a:spcPct val="90000"/>
              </a:lnSpc>
              <a:spcBef>
                <a:spcPts val="400"/>
              </a:spcBef>
              <a:spcAft>
                <a:spcPts val="0"/>
              </a:spcAft>
              <a:buClr>
                <a:schemeClr val="dk1"/>
              </a:buClr>
              <a:buSzPts val="1600"/>
              <a:buChar char="•"/>
              <a:defRPr/>
            </a:lvl7pPr>
            <a:lvl8pPr indent="-330200" lvl="7" marL="3657600" algn="l">
              <a:lnSpc>
                <a:spcPct val="90000"/>
              </a:lnSpc>
              <a:spcBef>
                <a:spcPts val="400"/>
              </a:spcBef>
              <a:spcAft>
                <a:spcPts val="0"/>
              </a:spcAft>
              <a:buClr>
                <a:schemeClr val="dk1"/>
              </a:buClr>
              <a:buSzPts val="1600"/>
              <a:buChar char="•"/>
              <a:defRPr/>
            </a:lvl8pPr>
            <a:lvl9pPr indent="-330200" lvl="8" marL="4114800" algn="l">
              <a:lnSpc>
                <a:spcPct val="90000"/>
              </a:lnSpc>
              <a:spcBef>
                <a:spcPts val="400"/>
              </a:spcBef>
              <a:spcAft>
                <a:spcPts val="0"/>
              </a:spcAft>
              <a:buClr>
                <a:schemeClr val="dk1"/>
              </a:buClr>
              <a:buSzPts val="1600"/>
              <a:buChar char="•"/>
              <a:defRPr/>
            </a:lvl9pPr>
          </a:lstStyle>
          <a:p/>
        </p:txBody>
      </p:sp>
      <p:sp>
        <p:nvSpPr>
          <p:cNvPr id="24" name="Google Shape;24;p79"/>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5" name="Google Shape;25;p79"/>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6" name="Google Shape;26;p79"/>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 type="secHead">
  <p:cSld name="SECTION_HEADER">
    <p:spTree>
      <p:nvGrpSpPr>
        <p:cNvPr id="27" name="Shape 27"/>
        <p:cNvGrpSpPr/>
        <p:nvPr/>
      </p:nvGrpSpPr>
      <p:grpSpPr>
        <a:xfrm>
          <a:off x="0" y="0"/>
          <a:ext cx="0" cy="0"/>
          <a:chOff x="0" y="0"/>
          <a:chExt cx="0" cy="0"/>
        </a:xfrm>
      </p:grpSpPr>
      <p:sp>
        <p:nvSpPr>
          <p:cNvPr id="28" name="Google Shape;28;p80"/>
          <p:cNvSpPr txBox="1"/>
          <p:nvPr>
            <p:ph type="title"/>
          </p:nvPr>
        </p:nvSpPr>
        <p:spPr>
          <a:xfrm>
            <a:off x="623888" y="1282305"/>
            <a:ext cx="7886700" cy="2139600"/>
          </a:xfrm>
          <a:prstGeom prst="rect">
            <a:avLst/>
          </a:prstGeom>
          <a:noFill/>
          <a:ln>
            <a:noFill/>
          </a:ln>
        </p:spPr>
        <p:txBody>
          <a:bodyPr anchorCtr="0" anchor="b" bIns="39550" lIns="79125" spcFirstLastPara="1" rIns="79125" wrap="square" tIns="39550">
            <a:normAutofit/>
          </a:bodyPr>
          <a:lstStyle>
            <a:lvl1pPr lvl="0" algn="l">
              <a:lnSpc>
                <a:spcPct val="90000"/>
              </a:lnSpc>
              <a:spcBef>
                <a:spcPts val="0"/>
              </a:spcBef>
              <a:spcAft>
                <a:spcPts val="0"/>
              </a:spcAft>
              <a:buClr>
                <a:schemeClr val="dk1"/>
              </a:buClr>
              <a:buSzPts val="5200"/>
              <a:buFont typeface="Calibri"/>
              <a:buNone/>
              <a:defRPr sz="52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9" name="Google Shape;29;p80"/>
          <p:cNvSpPr txBox="1"/>
          <p:nvPr>
            <p:ph idx="1" type="body"/>
          </p:nvPr>
        </p:nvSpPr>
        <p:spPr>
          <a:xfrm>
            <a:off x="623888" y="3442099"/>
            <a:ext cx="7886700" cy="1125300"/>
          </a:xfrm>
          <a:prstGeom prst="rect">
            <a:avLst/>
          </a:prstGeom>
          <a:noFill/>
          <a:ln>
            <a:noFill/>
          </a:ln>
        </p:spPr>
        <p:txBody>
          <a:bodyPr anchorCtr="0" anchor="t" bIns="39550" lIns="79125" spcFirstLastPara="1" rIns="79125" wrap="square" tIns="39550">
            <a:normAutofit/>
          </a:bodyPr>
          <a:lstStyle>
            <a:lvl1pPr indent="-228600" lvl="0" marL="457200" algn="l">
              <a:lnSpc>
                <a:spcPct val="90000"/>
              </a:lnSpc>
              <a:spcBef>
                <a:spcPts val="900"/>
              </a:spcBef>
              <a:spcAft>
                <a:spcPts val="0"/>
              </a:spcAft>
              <a:buClr>
                <a:schemeClr val="dk1"/>
              </a:buClr>
              <a:buSzPts val="2100"/>
              <a:buNone/>
              <a:defRPr sz="2100">
                <a:solidFill>
                  <a:schemeClr val="dk1"/>
                </a:solidFill>
              </a:defRPr>
            </a:lvl1pPr>
            <a:lvl2pPr indent="-228600" lvl="1" marL="914400" algn="l">
              <a:lnSpc>
                <a:spcPct val="90000"/>
              </a:lnSpc>
              <a:spcBef>
                <a:spcPts val="400"/>
              </a:spcBef>
              <a:spcAft>
                <a:spcPts val="0"/>
              </a:spcAft>
              <a:buClr>
                <a:srgbClr val="888888"/>
              </a:buClr>
              <a:buSzPts val="1700"/>
              <a:buNone/>
              <a:defRPr sz="1700">
                <a:solidFill>
                  <a:srgbClr val="888888"/>
                </a:solidFill>
              </a:defRPr>
            </a:lvl2pPr>
            <a:lvl3pPr indent="-228600" lvl="2" marL="1371600" algn="l">
              <a:lnSpc>
                <a:spcPct val="90000"/>
              </a:lnSpc>
              <a:spcBef>
                <a:spcPts val="400"/>
              </a:spcBef>
              <a:spcAft>
                <a:spcPts val="0"/>
              </a:spcAft>
              <a:buClr>
                <a:srgbClr val="888888"/>
              </a:buClr>
              <a:buSzPts val="1600"/>
              <a:buNone/>
              <a:defRPr sz="1600">
                <a:solidFill>
                  <a:srgbClr val="888888"/>
                </a:solidFill>
              </a:defRPr>
            </a:lvl3pPr>
            <a:lvl4pPr indent="-228600" lvl="3" marL="1828800" algn="l">
              <a:lnSpc>
                <a:spcPct val="90000"/>
              </a:lnSpc>
              <a:spcBef>
                <a:spcPts val="400"/>
              </a:spcBef>
              <a:spcAft>
                <a:spcPts val="0"/>
              </a:spcAft>
              <a:buClr>
                <a:srgbClr val="888888"/>
              </a:buClr>
              <a:buSzPts val="1400"/>
              <a:buNone/>
              <a:defRPr sz="1400">
                <a:solidFill>
                  <a:srgbClr val="888888"/>
                </a:solidFill>
              </a:defRPr>
            </a:lvl4pPr>
            <a:lvl5pPr indent="-228600" lvl="4" marL="2286000" algn="l">
              <a:lnSpc>
                <a:spcPct val="90000"/>
              </a:lnSpc>
              <a:spcBef>
                <a:spcPts val="400"/>
              </a:spcBef>
              <a:spcAft>
                <a:spcPts val="0"/>
              </a:spcAft>
              <a:buClr>
                <a:srgbClr val="888888"/>
              </a:buClr>
              <a:buSzPts val="1400"/>
              <a:buNone/>
              <a:defRPr sz="1400">
                <a:solidFill>
                  <a:srgbClr val="888888"/>
                </a:solidFill>
              </a:defRPr>
            </a:lvl5pPr>
            <a:lvl6pPr indent="-228600" lvl="5" marL="2743200" algn="l">
              <a:lnSpc>
                <a:spcPct val="90000"/>
              </a:lnSpc>
              <a:spcBef>
                <a:spcPts val="400"/>
              </a:spcBef>
              <a:spcAft>
                <a:spcPts val="0"/>
              </a:spcAft>
              <a:buClr>
                <a:srgbClr val="888888"/>
              </a:buClr>
              <a:buSzPts val="1400"/>
              <a:buNone/>
              <a:defRPr sz="1400">
                <a:solidFill>
                  <a:srgbClr val="888888"/>
                </a:solidFill>
              </a:defRPr>
            </a:lvl6pPr>
            <a:lvl7pPr indent="-228600" lvl="6" marL="3200400" algn="l">
              <a:lnSpc>
                <a:spcPct val="90000"/>
              </a:lnSpc>
              <a:spcBef>
                <a:spcPts val="400"/>
              </a:spcBef>
              <a:spcAft>
                <a:spcPts val="0"/>
              </a:spcAft>
              <a:buClr>
                <a:srgbClr val="888888"/>
              </a:buClr>
              <a:buSzPts val="1400"/>
              <a:buNone/>
              <a:defRPr sz="1400">
                <a:solidFill>
                  <a:srgbClr val="888888"/>
                </a:solidFill>
              </a:defRPr>
            </a:lvl7pPr>
            <a:lvl8pPr indent="-228600" lvl="7" marL="3657600" algn="l">
              <a:lnSpc>
                <a:spcPct val="90000"/>
              </a:lnSpc>
              <a:spcBef>
                <a:spcPts val="400"/>
              </a:spcBef>
              <a:spcAft>
                <a:spcPts val="0"/>
              </a:spcAft>
              <a:buClr>
                <a:srgbClr val="888888"/>
              </a:buClr>
              <a:buSzPts val="1400"/>
              <a:buNone/>
              <a:defRPr sz="1400">
                <a:solidFill>
                  <a:srgbClr val="888888"/>
                </a:solidFill>
              </a:defRPr>
            </a:lvl8pPr>
            <a:lvl9pPr indent="-228600" lvl="8" marL="4114800" algn="l">
              <a:lnSpc>
                <a:spcPct val="90000"/>
              </a:lnSpc>
              <a:spcBef>
                <a:spcPts val="400"/>
              </a:spcBef>
              <a:spcAft>
                <a:spcPts val="0"/>
              </a:spcAft>
              <a:buClr>
                <a:srgbClr val="888888"/>
              </a:buClr>
              <a:buSzPts val="1400"/>
              <a:buNone/>
              <a:defRPr sz="1400">
                <a:solidFill>
                  <a:srgbClr val="888888"/>
                </a:solidFill>
              </a:defRPr>
            </a:lvl9pPr>
          </a:lstStyle>
          <a:p/>
        </p:txBody>
      </p:sp>
      <p:sp>
        <p:nvSpPr>
          <p:cNvPr id="30" name="Google Shape;30;p80"/>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1" name="Google Shape;31;p80"/>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2" name="Google Shape;32;p80"/>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つのコンテンツ" type="twoObj">
  <p:cSld name="TWO_OBJECTS">
    <p:spTree>
      <p:nvGrpSpPr>
        <p:cNvPr id="33" name="Shape 33"/>
        <p:cNvGrpSpPr/>
        <p:nvPr/>
      </p:nvGrpSpPr>
      <p:grpSpPr>
        <a:xfrm>
          <a:off x="0" y="0"/>
          <a:ext cx="0" cy="0"/>
          <a:chOff x="0" y="0"/>
          <a:chExt cx="0" cy="0"/>
        </a:xfrm>
      </p:grpSpPr>
      <p:sp>
        <p:nvSpPr>
          <p:cNvPr id="34" name="Google Shape;34;p81"/>
          <p:cNvSpPr txBox="1"/>
          <p:nvPr>
            <p:ph type="title"/>
          </p:nvPr>
        </p:nvSpPr>
        <p:spPr>
          <a:xfrm>
            <a:off x="628650" y="273845"/>
            <a:ext cx="7886700" cy="994200"/>
          </a:xfrm>
          <a:prstGeom prst="rect">
            <a:avLst/>
          </a:prstGeom>
          <a:noFill/>
          <a:ln>
            <a:noFill/>
          </a:ln>
        </p:spPr>
        <p:txBody>
          <a:bodyPr anchorCtr="0" anchor="ctr" bIns="39550" lIns="79125" spcFirstLastPara="1" rIns="79125" wrap="square" tIns="39550">
            <a:normAutofit/>
          </a:bodyPr>
          <a:lstStyle>
            <a:lvl1pPr lvl="0" algn="l">
              <a:lnSpc>
                <a:spcPct val="90000"/>
              </a:lnSpc>
              <a:spcBef>
                <a:spcPts val="0"/>
              </a:spcBef>
              <a:spcAft>
                <a:spcPts val="0"/>
              </a:spcAft>
              <a:buClr>
                <a:schemeClr val="dk1"/>
              </a:buClr>
              <a:buSzPts val="16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5" name="Google Shape;35;p81"/>
          <p:cNvSpPr txBox="1"/>
          <p:nvPr>
            <p:ph idx="1" type="body"/>
          </p:nvPr>
        </p:nvSpPr>
        <p:spPr>
          <a:xfrm>
            <a:off x="628650" y="1369219"/>
            <a:ext cx="3886200" cy="3263400"/>
          </a:xfrm>
          <a:prstGeom prst="rect">
            <a:avLst/>
          </a:prstGeom>
          <a:noFill/>
          <a:ln>
            <a:noFill/>
          </a:ln>
        </p:spPr>
        <p:txBody>
          <a:bodyPr anchorCtr="0" anchor="t" bIns="39550" lIns="79125" spcFirstLastPara="1" rIns="79125" wrap="square" tIns="39550">
            <a:normAutofit/>
          </a:bodyPr>
          <a:lstStyle>
            <a:lvl1pPr indent="-330200" lvl="0" marL="457200" algn="l">
              <a:lnSpc>
                <a:spcPct val="90000"/>
              </a:lnSpc>
              <a:spcBef>
                <a:spcPts val="900"/>
              </a:spcBef>
              <a:spcAft>
                <a:spcPts val="0"/>
              </a:spcAft>
              <a:buClr>
                <a:schemeClr val="dk1"/>
              </a:buClr>
              <a:buSzPts val="1600"/>
              <a:buChar char="•"/>
              <a:defRPr/>
            </a:lvl1pPr>
            <a:lvl2pPr indent="-330200" lvl="1" marL="914400" algn="l">
              <a:lnSpc>
                <a:spcPct val="90000"/>
              </a:lnSpc>
              <a:spcBef>
                <a:spcPts val="400"/>
              </a:spcBef>
              <a:spcAft>
                <a:spcPts val="0"/>
              </a:spcAft>
              <a:buClr>
                <a:schemeClr val="dk1"/>
              </a:buClr>
              <a:buSzPts val="1600"/>
              <a:buChar char="•"/>
              <a:defRPr/>
            </a:lvl2pPr>
            <a:lvl3pPr indent="-330200" lvl="2" marL="1371600" algn="l">
              <a:lnSpc>
                <a:spcPct val="90000"/>
              </a:lnSpc>
              <a:spcBef>
                <a:spcPts val="400"/>
              </a:spcBef>
              <a:spcAft>
                <a:spcPts val="0"/>
              </a:spcAft>
              <a:buClr>
                <a:schemeClr val="dk1"/>
              </a:buClr>
              <a:buSzPts val="1600"/>
              <a:buChar char="•"/>
              <a:defRPr/>
            </a:lvl3pPr>
            <a:lvl4pPr indent="-330200" lvl="3" marL="1828800" algn="l">
              <a:lnSpc>
                <a:spcPct val="90000"/>
              </a:lnSpc>
              <a:spcBef>
                <a:spcPts val="400"/>
              </a:spcBef>
              <a:spcAft>
                <a:spcPts val="0"/>
              </a:spcAft>
              <a:buClr>
                <a:schemeClr val="dk1"/>
              </a:buClr>
              <a:buSzPts val="1600"/>
              <a:buChar char="•"/>
              <a:defRPr/>
            </a:lvl4pPr>
            <a:lvl5pPr indent="-330200" lvl="4" marL="2286000" algn="l">
              <a:lnSpc>
                <a:spcPct val="90000"/>
              </a:lnSpc>
              <a:spcBef>
                <a:spcPts val="400"/>
              </a:spcBef>
              <a:spcAft>
                <a:spcPts val="0"/>
              </a:spcAft>
              <a:buClr>
                <a:schemeClr val="dk1"/>
              </a:buClr>
              <a:buSzPts val="1600"/>
              <a:buChar char="•"/>
              <a:defRPr/>
            </a:lvl5pPr>
            <a:lvl6pPr indent="-330200" lvl="5" marL="2743200" algn="l">
              <a:lnSpc>
                <a:spcPct val="90000"/>
              </a:lnSpc>
              <a:spcBef>
                <a:spcPts val="400"/>
              </a:spcBef>
              <a:spcAft>
                <a:spcPts val="0"/>
              </a:spcAft>
              <a:buClr>
                <a:schemeClr val="dk1"/>
              </a:buClr>
              <a:buSzPts val="1600"/>
              <a:buChar char="•"/>
              <a:defRPr/>
            </a:lvl6pPr>
            <a:lvl7pPr indent="-330200" lvl="6" marL="3200400" algn="l">
              <a:lnSpc>
                <a:spcPct val="90000"/>
              </a:lnSpc>
              <a:spcBef>
                <a:spcPts val="400"/>
              </a:spcBef>
              <a:spcAft>
                <a:spcPts val="0"/>
              </a:spcAft>
              <a:buClr>
                <a:schemeClr val="dk1"/>
              </a:buClr>
              <a:buSzPts val="1600"/>
              <a:buChar char="•"/>
              <a:defRPr/>
            </a:lvl7pPr>
            <a:lvl8pPr indent="-330200" lvl="7" marL="3657600" algn="l">
              <a:lnSpc>
                <a:spcPct val="90000"/>
              </a:lnSpc>
              <a:spcBef>
                <a:spcPts val="400"/>
              </a:spcBef>
              <a:spcAft>
                <a:spcPts val="0"/>
              </a:spcAft>
              <a:buClr>
                <a:schemeClr val="dk1"/>
              </a:buClr>
              <a:buSzPts val="1600"/>
              <a:buChar char="•"/>
              <a:defRPr/>
            </a:lvl8pPr>
            <a:lvl9pPr indent="-330200" lvl="8" marL="4114800" algn="l">
              <a:lnSpc>
                <a:spcPct val="90000"/>
              </a:lnSpc>
              <a:spcBef>
                <a:spcPts val="400"/>
              </a:spcBef>
              <a:spcAft>
                <a:spcPts val="0"/>
              </a:spcAft>
              <a:buClr>
                <a:schemeClr val="dk1"/>
              </a:buClr>
              <a:buSzPts val="1600"/>
              <a:buChar char="•"/>
              <a:defRPr/>
            </a:lvl9pPr>
          </a:lstStyle>
          <a:p/>
        </p:txBody>
      </p:sp>
      <p:sp>
        <p:nvSpPr>
          <p:cNvPr id="36" name="Google Shape;36;p81"/>
          <p:cNvSpPr txBox="1"/>
          <p:nvPr>
            <p:ph idx="2" type="body"/>
          </p:nvPr>
        </p:nvSpPr>
        <p:spPr>
          <a:xfrm>
            <a:off x="4629150" y="1369219"/>
            <a:ext cx="3886200" cy="3263400"/>
          </a:xfrm>
          <a:prstGeom prst="rect">
            <a:avLst/>
          </a:prstGeom>
          <a:noFill/>
          <a:ln>
            <a:noFill/>
          </a:ln>
        </p:spPr>
        <p:txBody>
          <a:bodyPr anchorCtr="0" anchor="t" bIns="39550" lIns="79125" spcFirstLastPara="1" rIns="79125" wrap="square" tIns="39550">
            <a:normAutofit/>
          </a:bodyPr>
          <a:lstStyle>
            <a:lvl1pPr indent="-330200" lvl="0" marL="457200" algn="l">
              <a:lnSpc>
                <a:spcPct val="90000"/>
              </a:lnSpc>
              <a:spcBef>
                <a:spcPts val="900"/>
              </a:spcBef>
              <a:spcAft>
                <a:spcPts val="0"/>
              </a:spcAft>
              <a:buClr>
                <a:schemeClr val="dk1"/>
              </a:buClr>
              <a:buSzPts val="1600"/>
              <a:buChar char="•"/>
              <a:defRPr/>
            </a:lvl1pPr>
            <a:lvl2pPr indent="-330200" lvl="1" marL="914400" algn="l">
              <a:lnSpc>
                <a:spcPct val="90000"/>
              </a:lnSpc>
              <a:spcBef>
                <a:spcPts val="400"/>
              </a:spcBef>
              <a:spcAft>
                <a:spcPts val="0"/>
              </a:spcAft>
              <a:buClr>
                <a:schemeClr val="dk1"/>
              </a:buClr>
              <a:buSzPts val="1600"/>
              <a:buChar char="•"/>
              <a:defRPr/>
            </a:lvl2pPr>
            <a:lvl3pPr indent="-330200" lvl="2" marL="1371600" algn="l">
              <a:lnSpc>
                <a:spcPct val="90000"/>
              </a:lnSpc>
              <a:spcBef>
                <a:spcPts val="400"/>
              </a:spcBef>
              <a:spcAft>
                <a:spcPts val="0"/>
              </a:spcAft>
              <a:buClr>
                <a:schemeClr val="dk1"/>
              </a:buClr>
              <a:buSzPts val="1600"/>
              <a:buChar char="•"/>
              <a:defRPr/>
            </a:lvl3pPr>
            <a:lvl4pPr indent="-330200" lvl="3" marL="1828800" algn="l">
              <a:lnSpc>
                <a:spcPct val="90000"/>
              </a:lnSpc>
              <a:spcBef>
                <a:spcPts val="400"/>
              </a:spcBef>
              <a:spcAft>
                <a:spcPts val="0"/>
              </a:spcAft>
              <a:buClr>
                <a:schemeClr val="dk1"/>
              </a:buClr>
              <a:buSzPts val="1600"/>
              <a:buChar char="•"/>
              <a:defRPr/>
            </a:lvl4pPr>
            <a:lvl5pPr indent="-330200" lvl="4" marL="2286000" algn="l">
              <a:lnSpc>
                <a:spcPct val="90000"/>
              </a:lnSpc>
              <a:spcBef>
                <a:spcPts val="400"/>
              </a:spcBef>
              <a:spcAft>
                <a:spcPts val="0"/>
              </a:spcAft>
              <a:buClr>
                <a:schemeClr val="dk1"/>
              </a:buClr>
              <a:buSzPts val="1600"/>
              <a:buChar char="•"/>
              <a:defRPr/>
            </a:lvl5pPr>
            <a:lvl6pPr indent="-330200" lvl="5" marL="2743200" algn="l">
              <a:lnSpc>
                <a:spcPct val="90000"/>
              </a:lnSpc>
              <a:spcBef>
                <a:spcPts val="400"/>
              </a:spcBef>
              <a:spcAft>
                <a:spcPts val="0"/>
              </a:spcAft>
              <a:buClr>
                <a:schemeClr val="dk1"/>
              </a:buClr>
              <a:buSzPts val="1600"/>
              <a:buChar char="•"/>
              <a:defRPr/>
            </a:lvl6pPr>
            <a:lvl7pPr indent="-330200" lvl="6" marL="3200400" algn="l">
              <a:lnSpc>
                <a:spcPct val="90000"/>
              </a:lnSpc>
              <a:spcBef>
                <a:spcPts val="400"/>
              </a:spcBef>
              <a:spcAft>
                <a:spcPts val="0"/>
              </a:spcAft>
              <a:buClr>
                <a:schemeClr val="dk1"/>
              </a:buClr>
              <a:buSzPts val="1600"/>
              <a:buChar char="•"/>
              <a:defRPr/>
            </a:lvl7pPr>
            <a:lvl8pPr indent="-330200" lvl="7" marL="3657600" algn="l">
              <a:lnSpc>
                <a:spcPct val="90000"/>
              </a:lnSpc>
              <a:spcBef>
                <a:spcPts val="400"/>
              </a:spcBef>
              <a:spcAft>
                <a:spcPts val="0"/>
              </a:spcAft>
              <a:buClr>
                <a:schemeClr val="dk1"/>
              </a:buClr>
              <a:buSzPts val="1600"/>
              <a:buChar char="•"/>
              <a:defRPr/>
            </a:lvl8pPr>
            <a:lvl9pPr indent="-330200" lvl="8" marL="4114800" algn="l">
              <a:lnSpc>
                <a:spcPct val="90000"/>
              </a:lnSpc>
              <a:spcBef>
                <a:spcPts val="400"/>
              </a:spcBef>
              <a:spcAft>
                <a:spcPts val="0"/>
              </a:spcAft>
              <a:buClr>
                <a:schemeClr val="dk1"/>
              </a:buClr>
              <a:buSzPts val="1600"/>
              <a:buChar char="•"/>
              <a:defRPr/>
            </a:lvl9pPr>
          </a:lstStyle>
          <a:p/>
        </p:txBody>
      </p:sp>
      <p:sp>
        <p:nvSpPr>
          <p:cNvPr id="37" name="Google Shape;37;p81"/>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8" name="Google Shape;38;p81"/>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9" name="Google Shape;39;p8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0" name="Shape 40"/>
        <p:cNvGrpSpPr/>
        <p:nvPr/>
      </p:nvGrpSpPr>
      <p:grpSpPr>
        <a:xfrm>
          <a:off x="0" y="0"/>
          <a:ext cx="0" cy="0"/>
          <a:chOff x="0" y="0"/>
          <a:chExt cx="0" cy="0"/>
        </a:xfrm>
      </p:grpSpPr>
      <p:sp>
        <p:nvSpPr>
          <p:cNvPr id="41" name="Google Shape;41;p82"/>
          <p:cNvSpPr txBox="1"/>
          <p:nvPr>
            <p:ph type="title"/>
          </p:nvPr>
        </p:nvSpPr>
        <p:spPr>
          <a:xfrm>
            <a:off x="629841" y="273845"/>
            <a:ext cx="7886700" cy="994200"/>
          </a:xfrm>
          <a:prstGeom prst="rect">
            <a:avLst/>
          </a:prstGeom>
          <a:noFill/>
          <a:ln>
            <a:noFill/>
          </a:ln>
        </p:spPr>
        <p:txBody>
          <a:bodyPr anchorCtr="0" anchor="ctr" bIns="39550" lIns="79125" spcFirstLastPara="1" rIns="79125" wrap="square" tIns="39550">
            <a:normAutofit/>
          </a:bodyPr>
          <a:lstStyle>
            <a:lvl1pPr lvl="0" algn="l">
              <a:lnSpc>
                <a:spcPct val="90000"/>
              </a:lnSpc>
              <a:spcBef>
                <a:spcPts val="0"/>
              </a:spcBef>
              <a:spcAft>
                <a:spcPts val="0"/>
              </a:spcAft>
              <a:buClr>
                <a:schemeClr val="dk1"/>
              </a:buClr>
              <a:buSzPts val="16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2" name="Google Shape;42;p82"/>
          <p:cNvSpPr txBox="1"/>
          <p:nvPr>
            <p:ph idx="1" type="body"/>
          </p:nvPr>
        </p:nvSpPr>
        <p:spPr>
          <a:xfrm>
            <a:off x="629842" y="1260872"/>
            <a:ext cx="3868200" cy="618000"/>
          </a:xfrm>
          <a:prstGeom prst="rect">
            <a:avLst/>
          </a:prstGeom>
          <a:noFill/>
          <a:ln>
            <a:noFill/>
          </a:ln>
        </p:spPr>
        <p:txBody>
          <a:bodyPr anchorCtr="0" anchor="b" bIns="39550" lIns="79125" spcFirstLastPara="1" rIns="79125" wrap="square" tIns="39550">
            <a:normAutofit/>
          </a:bodyPr>
          <a:lstStyle>
            <a:lvl1pPr indent="-228600" lvl="0" marL="457200" algn="l">
              <a:lnSpc>
                <a:spcPct val="90000"/>
              </a:lnSpc>
              <a:spcBef>
                <a:spcPts val="900"/>
              </a:spcBef>
              <a:spcAft>
                <a:spcPts val="0"/>
              </a:spcAft>
              <a:buClr>
                <a:schemeClr val="dk1"/>
              </a:buClr>
              <a:buSzPts val="2100"/>
              <a:buNone/>
              <a:defRPr b="1" sz="2100"/>
            </a:lvl1pPr>
            <a:lvl2pPr indent="-228600" lvl="1" marL="914400" algn="l">
              <a:lnSpc>
                <a:spcPct val="90000"/>
              </a:lnSpc>
              <a:spcBef>
                <a:spcPts val="400"/>
              </a:spcBef>
              <a:spcAft>
                <a:spcPts val="0"/>
              </a:spcAft>
              <a:buClr>
                <a:schemeClr val="dk1"/>
              </a:buClr>
              <a:buSzPts val="1700"/>
              <a:buNone/>
              <a:defRPr b="1" sz="1700"/>
            </a:lvl2pPr>
            <a:lvl3pPr indent="-228600" lvl="2" marL="1371600" algn="l">
              <a:lnSpc>
                <a:spcPct val="90000"/>
              </a:lnSpc>
              <a:spcBef>
                <a:spcPts val="400"/>
              </a:spcBef>
              <a:spcAft>
                <a:spcPts val="0"/>
              </a:spcAft>
              <a:buClr>
                <a:schemeClr val="dk1"/>
              </a:buClr>
              <a:buSzPts val="1600"/>
              <a:buNone/>
              <a:defRPr b="1" sz="1600"/>
            </a:lvl3pPr>
            <a:lvl4pPr indent="-228600" lvl="3" marL="1828800" algn="l">
              <a:lnSpc>
                <a:spcPct val="90000"/>
              </a:lnSpc>
              <a:spcBef>
                <a:spcPts val="400"/>
              </a:spcBef>
              <a:spcAft>
                <a:spcPts val="0"/>
              </a:spcAft>
              <a:buClr>
                <a:schemeClr val="dk1"/>
              </a:buClr>
              <a:buSzPts val="1400"/>
              <a:buNone/>
              <a:defRPr b="1" sz="1400"/>
            </a:lvl4pPr>
            <a:lvl5pPr indent="-228600" lvl="4" marL="2286000" algn="l">
              <a:lnSpc>
                <a:spcPct val="90000"/>
              </a:lnSpc>
              <a:spcBef>
                <a:spcPts val="400"/>
              </a:spcBef>
              <a:spcAft>
                <a:spcPts val="0"/>
              </a:spcAft>
              <a:buClr>
                <a:schemeClr val="dk1"/>
              </a:buClr>
              <a:buSzPts val="1400"/>
              <a:buNone/>
              <a:defRPr b="1" sz="1400"/>
            </a:lvl5pPr>
            <a:lvl6pPr indent="-228600" lvl="5" marL="2743200" algn="l">
              <a:lnSpc>
                <a:spcPct val="90000"/>
              </a:lnSpc>
              <a:spcBef>
                <a:spcPts val="400"/>
              </a:spcBef>
              <a:spcAft>
                <a:spcPts val="0"/>
              </a:spcAft>
              <a:buClr>
                <a:schemeClr val="dk1"/>
              </a:buClr>
              <a:buSzPts val="1400"/>
              <a:buNone/>
              <a:defRPr b="1" sz="1400"/>
            </a:lvl6pPr>
            <a:lvl7pPr indent="-228600" lvl="6" marL="3200400" algn="l">
              <a:lnSpc>
                <a:spcPct val="90000"/>
              </a:lnSpc>
              <a:spcBef>
                <a:spcPts val="400"/>
              </a:spcBef>
              <a:spcAft>
                <a:spcPts val="0"/>
              </a:spcAft>
              <a:buClr>
                <a:schemeClr val="dk1"/>
              </a:buClr>
              <a:buSzPts val="1400"/>
              <a:buNone/>
              <a:defRPr b="1" sz="1400"/>
            </a:lvl7pPr>
            <a:lvl8pPr indent="-228600" lvl="7" marL="3657600" algn="l">
              <a:lnSpc>
                <a:spcPct val="90000"/>
              </a:lnSpc>
              <a:spcBef>
                <a:spcPts val="400"/>
              </a:spcBef>
              <a:spcAft>
                <a:spcPts val="0"/>
              </a:spcAft>
              <a:buClr>
                <a:schemeClr val="dk1"/>
              </a:buClr>
              <a:buSzPts val="1400"/>
              <a:buNone/>
              <a:defRPr b="1" sz="1400"/>
            </a:lvl8pPr>
            <a:lvl9pPr indent="-228600" lvl="8" marL="4114800" algn="l">
              <a:lnSpc>
                <a:spcPct val="90000"/>
              </a:lnSpc>
              <a:spcBef>
                <a:spcPts val="400"/>
              </a:spcBef>
              <a:spcAft>
                <a:spcPts val="0"/>
              </a:spcAft>
              <a:buClr>
                <a:schemeClr val="dk1"/>
              </a:buClr>
              <a:buSzPts val="1400"/>
              <a:buNone/>
              <a:defRPr b="1" sz="1400"/>
            </a:lvl9pPr>
          </a:lstStyle>
          <a:p/>
        </p:txBody>
      </p:sp>
      <p:sp>
        <p:nvSpPr>
          <p:cNvPr id="43" name="Google Shape;43;p82"/>
          <p:cNvSpPr txBox="1"/>
          <p:nvPr>
            <p:ph idx="2" type="body"/>
          </p:nvPr>
        </p:nvSpPr>
        <p:spPr>
          <a:xfrm>
            <a:off x="629842" y="1878806"/>
            <a:ext cx="3868200" cy="2763600"/>
          </a:xfrm>
          <a:prstGeom prst="rect">
            <a:avLst/>
          </a:prstGeom>
          <a:noFill/>
          <a:ln>
            <a:noFill/>
          </a:ln>
        </p:spPr>
        <p:txBody>
          <a:bodyPr anchorCtr="0" anchor="t" bIns="39550" lIns="79125" spcFirstLastPara="1" rIns="79125" wrap="square" tIns="39550">
            <a:normAutofit/>
          </a:bodyPr>
          <a:lstStyle>
            <a:lvl1pPr indent="-330200" lvl="0" marL="457200" algn="l">
              <a:lnSpc>
                <a:spcPct val="90000"/>
              </a:lnSpc>
              <a:spcBef>
                <a:spcPts val="900"/>
              </a:spcBef>
              <a:spcAft>
                <a:spcPts val="0"/>
              </a:spcAft>
              <a:buClr>
                <a:schemeClr val="dk1"/>
              </a:buClr>
              <a:buSzPts val="1600"/>
              <a:buChar char="•"/>
              <a:defRPr/>
            </a:lvl1pPr>
            <a:lvl2pPr indent="-330200" lvl="1" marL="914400" algn="l">
              <a:lnSpc>
                <a:spcPct val="90000"/>
              </a:lnSpc>
              <a:spcBef>
                <a:spcPts val="400"/>
              </a:spcBef>
              <a:spcAft>
                <a:spcPts val="0"/>
              </a:spcAft>
              <a:buClr>
                <a:schemeClr val="dk1"/>
              </a:buClr>
              <a:buSzPts val="1600"/>
              <a:buChar char="•"/>
              <a:defRPr/>
            </a:lvl2pPr>
            <a:lvl3pPr indent="-330200" lvl="2" marL="1371600" algn="l">
              <a:lnSpc>
                <a:spcPct val="90000"/>
              </a:lnSpc>
              <a:spcBef>
                <a:spcPts val="400"/>
              </a:spcBef>
              <a:spcAft>
                <a:spcPts val="0"/>
              </a:spcAft>
              <a:buClr>
                <a:schemeClr val="dk1"/>
              </a:buClr>
              <a:buSzPts val="1600"/>
              <a:buChar char="•"/>
              <a:defRPr/>
            </a:lvl3pPr>
            <a:lvl4pPr indent="-330200" lvl="3" marL="1828800" algn="l">
              <a:lnSpc>
                <a:spcPct val="90000"/>
              </a:lnSpc>
              <a:spcBef>
                <a:spcPts val="400"/>
              </a:spcBef>
              <a:spcAft>
                <a:spcPts val="0"/>
              </a:spcAft>
              <a:buClr>
                <a:schemeClr val="dk1"/>
              </a:buClr>
              <a:buSzPts val="1600"/>
              <a:buChar char="•"/>
              <a:defRPr/>
            </a:lvl4pPr>
            <a:lvl5pPr indent="-330200" lvl="4" marL="2286000" algn="l">
              <a:lnSpc>
                <a:spcPct val="90000"/>
              </a:lnSpc>
              <a:spcBef>
                <a:spcPts val="400"/>
              </a:spcBef>
              <a:spcAft>
                <a:spcPts val="0"/>
              </a:spcAft>
              <a:buClr>
                <a:schemeClr val="dk1"/>
              </a:buClr>
              <a:buSzPts val="1600"/>
              <a:buChar char="•"/>
              <a:defRPr/>
            </a:lvl5pPr>
            <a:lvl6pPr indent="-330200" lvl="5" marL="2743200" algn="l">
              <a:lnSpc>
                <a:spcPct val="90000"/>
              </a:lnSpc>
              <a:spcBef>
                <a:spcPts val="400"/>
              </a:spcBef>
              <a:spcAft>
                <a:spcPts val="0"/>
              </a:spcAft>
              <a:buClr>
                <a:schemeClr val="dk1"/>
              </a:buClr>
              <a:buSzPts val="1600"/>
              <a:buChar char="•"/>
              <a:defRPr/>
            </a:lvl6pPr>
            <a:lvl7pPr indent="-330200" lvl="6" marL="3200400" algn="l">
              <a:lnSpc>
                <a:spcPct val="90000"/>
              </a:lnSpc>
              <a:spcBef>
                <a:spcPts val="400"/>
              </a:spcBef>
              <a:spcAft>
                <a:spcPts val="0"/>
              </a:spcAft>
              <a:buClr>
                <a:schemeClr val="dk1"/>
              </a:buClr>
              <a:buSzPts val="1600"/>
              <a:buChar char="•"/>
              <a:defRPr/>
            </a:lvl7pPr>
            <a:lvl8pPr indent="-330200" lvl="7" marL="3657600" algn="l">
              <a:lnSpc>
                <a:spcPct val="90000"/>
              </a:lnSpc>
              <a:spcBef>
                <a:spcPts val="400"/>
              </a:spcBef>
              <a:spcAft>
                <a:spcPts val="0"/>
              </a:spcAft>
              <a:buClr>
                <a:schemeClr val="dk1"/>
              </a:buClr>
              <a:buSzPts val="1600"/>
              <a:buChar char="•"/>
              <a:defRPr/>
            </a:lvl8pPr>
            <a:lvl9pPr indent="-330200" lvl="8" marL="4114800" algn="l">
              <a:lnSpc>
                <a:spcPct val="90000"/>
              </a:lnSpc>
              <a:spcBef>
                <a:spcPts val="400"/>
              </a:spcBef>
              <a:spcAft>
                <a:spcPts val="0"/>
              </a:spcAft>
              <a:buClr>
                <a:schemeClr val="dk1"/>
              </a:buClr>
              <a:buSzPts val="1600"/>
              <a:buChar char="•"/>
              <a:defRPr/>
            </a:lvl9pPr>
          </a:lstStyle>
          <a:p/>
        </p:txBody>
      </p:sp>
      <p:sp>
        <p:nvSpPr>
          <p:cNvPr id="44" name="Google Shape;44;p82"/>
          <p:cNvSpPr txBox="1"/>
          <p:nvPr>
            <p:ph idx="3" type="body"/>
          </p:nvPr>
        </p:nvSpPr>
        <p:spPr>
          <a:xfrm>
            <a:off x="4629150" y="1260872"/>
            <a:ext cx="3887400" cy="618000"/>
          </a:xfrm>
          <a:prstGeom prst="rect">
            <a:avLst/>
          </a:prstGeom>
          <a:noFill/>
          <a:ln>
            <a:noFill/>
          </a:ln>
        </p:spPr>
        <p:txBody>
          <a:bodyPr anchorCtr="0" anchor="b" bIns="39550" lIns="79125" spcFirstLastPara="1" rIns="79125" wrap="square" tIns="39550">
            <a:normAutofit/>
          </a:bodyPr>
          <a:lstStyle>
            <a:lvl1pPr indent="-228600" lvl="0" marL="457200" algn="l">
              <a:lnSpc>
                <a:spcPct val="90000"/>
              </a:lnSpc>
              <a:spcBef>
                <a:spcPts val="900"/>
              </a:spcBef>
              <a:spcAft>
                <a:spcPts val="0"/>
              </a:spcAft>
              <a:buClr>
                <a:schemeClr val="dk1"/>
              </a:buClr>
              <a:buSzPts val="2100"/>
              <a:buNone/>
              <a:defRPr b="1" sz="2100"/>
            </a:lvl1pPr>
            <a:lvl2pPr indent="-228600" lvl="1" marL="914400" algn="l">
              <a:lnSpc>
                <a:spcPct val="90000"/>
              </a:lnSpc>
              <a:spcBef>
                <a:spcPts val="400"/>
              </a:spcBef>
              <a:spcAft>
                <a:spcPts val="0"/>
              </a:spcAft>
              <a:buClr>
                <a:schemeClr val="dk1"/>
              </a:buClr>
              <a:buSzPts val="1700"/>
              <a:buNone/>
              <a:defRPr b="1" sz="1700"/>
            </a:lvl2pPr>
            <a:lvl3pPr indent="-228600" lvl="2" marL="1371600" algn="l">
              <a:lnSpc>
                <a:spcPct val="90000"/>
              </a:lnSpc>
              <a:spcBef>
                <a:spcPts val="400"/>
              </a:spcBef>
              <a:spcAft>
                <a:spcPts val="0"/>
              </a:spcAft>
              <a:buClr>
                <a:schemeClr val="dk1"/>
              </a:buClr>
              <a:buSzPts val="1600"/>
              <a:buNone/>
              <a:defRPr b="1" sz="1600"/>
            </a:lvl3pPr>
            <a:lvl4pPr indent="-228600" lvl="3" marL="1828800" algn="l">
              <a:lnSpc>
                <a:spcPct val="90000"/>
              </a:lnSpc>
              <a:spcBef>
                <a:spcPts val="400"/>
              </a:spcBef>
              <a:spcAft>
                <a:spcPts val="0"/>
              </a:spcAft>
              <a:buClr>
                <a:schemeClr val="dk1"/>
              </a:buClr>
              <a:buSzPts val="1400"/>
              <a:buNone/>
              <a:defRPr b="1" sz="1400"/>
            </a:lvl4pPr>
            <a:lvl5pPr indent="-228600" lvl="4" marL="2286000" algn="l">
              <a:lnSpc>
                <a:spcPct val="90000"/>
              </a:lnSpc>
              <a:spcBef>
                <a:spcPts val="400"/>
              </a:spcBef>
              <a:spcAft>
                <a:spcPts val="0"/>
              </a:spcAft>
              <a:buClr>
                <a:schemeClr val="dk1"/>
              </a:buClr>
              <a:buSzPts val="1400"/>
              <a:buNone/>
              <a:defRPr b="1" sz="1400"/>
            </a:lvl5pPr>
            <a:lvl6pPr indent="-228600" lvl="5" marL="2743200" algn="l">
              <a:lnSpc>
                <a:spcPct val="90000"/>
              </a:lnSpc>
              <a:spcBef>
                <a:spcPts val="400"/>
              </a:spcBef>
              <a:spcAft>
                <a:spcPts val="0"/>
              </a:spcAft>
              <a:buClr>
                <a:schemeClr val="dk1"/>
              </a:buClr>
              <a:buSzPts val="1400"/>
              <a:buNone/>
              <a:defRPr b="1" sz="1400"/>
            </a:lvl6pPr>
            <a:lvl7pPr indent="-228600" lvl="6" marL="3200400" algn="l">
              <a:lnSpc>
                <a:spcPct val="90000"/>
              </a:lnSpc>
              <a:spcBef>
                <a:spcPts val="400"/>
              </a:spcBef>
              <a:spcAft>
                <a:spcPts val="0"/>
              </a:spcAft>
              <a:buClr>
                <a:schemeClr val="dk1"/>
              </a:buClr>
              <a:buSzPts val="1400"/>
              <a:buNone/>
              <a:defRPr b="1" sz="1400"/>
            </a:lvl7pPr>
            <a:lvl8pPr indent="-228600" lvl="7" marL="3657600" algn="l">
              <a:lnSpc>
                <a:spcPct val="90000"/>
              </a:lnSpc>
              <a:spcBef>
                <a:spcPts val="400"/>
              </a:spcBef>
              <a:spcAft>
                <a:spcPts val="0"/>
              </a:spcAft>
              <a:buClr>
                <a:schemeClr val="dk1"/>
              </a:buClr>
              <a:buSzPts val="1400"/>
              <a:buNone/>
              <a:defRPr b="1" sz="1400"/>
            </a:lvl8pPr>
            <a:lvl9pPr indent="-228600" lvl="8" marL="4114800" algn="l">
              <a:lnSpc>
                <a:spcPct val="90000"/>
              </a:lnSpc>
              <a:spcBef>
                <a:spcPts val="400"/>
              </a:spcBef>
              <a:spcAft>
                <a:spcPts val="0"/>
              </a:spcAft>
              <a:buClr>
                <a:schemeClr val="dk1"/>
              </a:buClr>
              <a:buSzPts val="1400"/>
              <a:buNone/>
              <a:defRPr b="1" sz="1400"/>
            </a:lvl9pPr>
          </a:lstStyle>
          <a:p/>
        </p:txBody>
      </p:sp>
      <p:sp>
        <p:nvSpPr>
          <p:cNvPr id="45" name="Google Shape;45;p82"/>
          <p:cNvSpPr txBox="1"/>
          <p:nvPr>
            <p:ph idx="4" type="body"/>
          </p:nvPr>
        </p:nvSpPr>
        <p:spPr>
          <a:xfrm>
            <a:off x="4629150" y="1878806"/>
            <a:ext cx="3887400" cy="2763600"/>
          </a:xfrm>
          <a:prstGeom prst="rect">
            <a:avLst/>
          </a:prstGeom>
          <a:noFill/>
          <a:ln>
            <a:noFill/>
          </a:ln>
        </p:spPr>
        <p:txBody>
          <a:bodyPr anchorCtr="0" anchor="t" bIns="39550" lIns="79125" spcFirstLastPara="1" rIns="79125" wrap="square" tIns="39550">
            <a:normAutofit/>
          </a:bodyPr>
          <a:lstStyle>
            <a:lvl1pPr indent="-330200" lvl="0" marL="457200" algn="l">
              <a:lnSpc>
                <a:spcPct val="90000"/>
              </a:lnSpc>
              <a:spcBef>
                <a:spcPts val="900"/>
              </a:spcBef>
              <a:spcAft>
                <a:spcPts val="0"/>
              </a:spcAft>
              <a:buClr>
                <a:schemeClr val="dk1"/>
              </a:buClr>
              <a:buSzPts val="1600"/>
              <a:buChar char="•"/>
              <a:defRPr/>
            </a:lvl1pPr>
            <a:lvl2pPr indent="-330200" lvl="1" marL="914400" algn="l">
              <a:lnSpc>
                <a:spcPct val="90000"/>
              </a:lnSpc>
              <a:spcBef>
                <a:spcPts val="400"/>
              </a:spcBef>
              <a:spcAft>
                <a:spcPts val="0"/>
              </a:spcAft>
              <a:buClr>
                <a:schemeClr val="dk1"/>
              </a:buClr>
              <a:buSzPts val="1600"/>
              <a:buChar char="•"/>
              <a:defRPr/>
            </a:lvl2pPr>
            <a:lvl3pPr indent="-330200" lvl="2" marL="1371600" algn="l">
              <a:lnSpc>
                <a:spcPct val="90000"/>
              </a:lnSpc>
              <a:spcBef>
                <a:spcPts val="400"/>
              </a:spcBef>
              <a:spcAft>
                <a:spcPts val="0"/>
              </a:spcAft>
              <a:buClr>
                <a:schemeClr val="dk1"/>
              </a:buClr>
              <a:buSzPts val="1600"/>
              <a:buChar char="•"/>
              <a:defRPr/>
            </a:lvl3pPr>
            <a:lvl4pPr indent="-330200" lvl="3" marL="1828800" algn="l">
              <a:lnSpc>
                <a:spcPct val="90000"/>
              </a:lnSpc>
              <a:spcBef>
                <a:spcPts val="400"/>
              </a:spcBef>
              <a:spcAft>
                <a:spcPts val="0"/>
              </a:spcAft>
              <a:buClr>
                <a:schemeClr val="dk1"/>
              </a:buClr>
              <a:buSzPts val="1600"/>
              <a:buChar char="•"/>
              <a:defRPr/>
            </a:lvl4pPr>
            <a:lvl5pPr indent="-330200" lvl="4" marL="2286000" algn="l">
              <a:lnSpc>
                <a:spcPct val="90000"/>
              </a:lnSpc>
              <a:spcBef>
                <a:spcPts val="400"/>
              </a:spcBef>
              <a:spcAft>
                <a:spcPts val="0"/>
              </a:spcAft>
              <a:buClr>
                <a:schemeClr val="dk1"/>
              </a:buClr>
              <a:buSzPts val="1600"/>
              <a:buChar char="•"/>
              <a:defRPr/>
            </a:lvl5pPr>
            <a:lvl6pPr indent="-330200" lvl="5" marL="2743200" algn="l">
              <a:lnSpc>
                <a:spcPct val="90000"/>
              </a:lnSpc>
              <a:spcBef>
                <a:spcPts val="400"/>
              </a:spcBef>
              <a:spcAft>
                <a:spcPts val="0"/>
              </a:spcAft>
              <a:buClr>
                <a:schemeClr val="dk1"/>
              </a:buClr>
              <a:buSzPts val="1600"/>
              <a:buChar char="•"/>
              <a:defRPr/>
            </a:lvl6pPr>
            <a:lvl7pPr indent="-330200" lvl="6" marL="3200400" algn="l">
              <a:lnSpc>
                <a:spcPct val="90000"/>
              </a:lnSpc>
              <a:spcBef>
                <a:spcPts val="400"/>
              </a:spcBef>
              <a:spcAft>
                <a:spcPts val="0"/>
              </a:spcAft>
              <a:buClr>
                <a:schemeClr val="dk1"/>
              </a:buClr>
              <a:buSzPts val="1600"/>
              <a:buChar char="•"/>
              <a:defRPr/>
            </a:lvl7pPr>
            <a:lvl8pPr indent="-330200" lvl="7" marL="3657600" algn="l">
              <a:lnSpc>
                <a:spcPct val="90000"/>
              </a:lnSpc>
              <a:spcBef>
                <a:spcPts val="400"/>
              </a:spcBef>
              <a:spcAft>
                <a:spcPts val="0"/>
              </a:spcAft>
              <a:buClr>
                <a:schemeClr val="dk1"/>
              </a:buClr>
              <a:buSzPts val="1600"/>
              <a:buChar char="•"/>
              <a:defRPr/>
            </a:lvl8pPr>
            <a:lvl9pPr indent="-330200" lvl="8" marL="4114800" algn="l">
              <a:lnSpc>
                <a:spcPct val="90000"/>
              </a:lnSpc>
              <a:spcBef>
                <a:spcPts val="400"/>
              </a:spcBef>
              <a:spcAft>
                <a:spcPts val="0"/>
              </a:spcAft>
              <a:buClr>
                <a:schemeClr val="dk1"/>
              </a:buClr>
              <a:buSzPts val="1600"/>
              <a:buChar char="•"/>
              <a:defRPr/>
            </a:lvl9pPr>
          </a:lstStyle>
          <a:p/>
        </p:txBody>
      </p:sp>
      <p:sp>
        <p:nvSpPr>
          <p:cNvPr id="46" name="Google Shape;46;p82"/>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7" name="Google Shape;47;p82"/>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8" name="Google Shape;48;p82"/>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type="titleOnly">
  <p:cSld name="TITLE_ONLY">
    <p:spTree>
      <p:nvGrpSpPr>
        <p:cNvPr id="49" name="Shape 49"/>
        <p:cNvGrpSpPr/>
        <p:nvPr/>
      </p:nvGrpSpPr>
      <p:grpSpPr>
        <a:xfrm>
          <a:off x="0" y="0"/>
          <a:ext cx="0" cy="0"/>
          <a:chOff x="0" y="0"/>
          <a:chExt cx="0" cy="0"/>
        </a:xfrm>
      </p:grpSpPr>
      <p:sp>
        <p:nvSpPr>
          <p:cNvPr id="50" name="Google Shape;50;p83"/>
          <p:cNvSpPr txBox="1"/>
          <p:nvPr>
            <p:ph type="title"/>
          </p:nvPr>
        </p:nvSpPr>
        <p:spPr>
          <a:xfrm>
            <a:off x="628650" y="273845"/>
            <a:ext cx="7886700" cy="994200"/>
          </a:xfrm>
          <a:prstGeom prst="rect">
            <a:avLst/>
          </a:prstGeom>
          <a:noFill/>
          <a:ln>
            <a:noFill/>
          </a:ln>
        </p:spPr>
        <p:txBody>
          <a:bodyPr anchorCtr="0" anchor="ctr" bIns="39550" lIns="79125" spcFirstLastPara="1" rIns="79125" wrap="square" tIns="39550">
            <a:normAutofit/>
          </a:bodyPr>
          <a:lstStyle>
            <a:lvl1pPr lvl="0" algn="l">
              <a:lnSpc>
                <a:spcPct val="90000"/>
              </a:lnSpc>
              <a:spcBef>
                <a:spcPts val="0"/>
              </a:spcBef>
              <a:spcAft>
                <a:spcPts val="0"/>
              </a:spcAft>
              <a:buClr>
                <a:schemeClr val="dk1"/>
              </a:buClr>
              <a:buSzPts val="16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1" name="Google Shape;51;p83"/>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2" name="Google Shape;52;p83"/>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3" name="Google Shape;53;p83"/>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コンテンツ" type="objTx">
  <p:cSld name="OBJECT_WITH_CAPTION_TEXT">
    <p:spTree>
      <p:nvGrpSpPr>
        <p:cNvPr id="54" name="Shape 54"/>
        <p:cNvGrpSpPr/>
        <p:nvPr/>
      </p:nvGrpSpPr>
      <p:grpSpPr>
        <a:xfrm>
          <a:off x="0" y="0"/>
          <a:ext cx="0" cy="0"/>
          <a:chOff x="0" y="0"/>
          <a:chExt cx="0" cy="0"/>
        </a:xfrm>
      </p:grpSpPr>
      <p:sp>
        <p:nvSpPr>
          <p:cNvPr id="55" name="Google Shape;55;p84"/>
          <p:cNvSpPr txBox="1"/>
          <p:nvPr>
            <p:ph type="title"/>
          </p:nvPr>
        </p:nvSpPr>
        <p:spPr>
          <a:xfrm>
            <a:off x="629841" y="342900"/>
            <a:ext cx="2949300" cy="1200300"/>
          </a:xfrm>
          <a:prstGeom prst="rect">
            <a:avLst/>
          </a:prstGeom>
          <a:noFill/>
          <a:ln>
            <a:noFill/>
          </a:ln>
        </p:spPr>
        <p:txBody>
          <a:bodyPr anchorCtr="0" anchor="b" bIns="39550" lIns="79125" spcFirstLastPara="1" rIns="79125" wrap="square" tIns="39550">
            <a:normAutofit/>
          </a:bodyPr>
          <a:lstStyle>
            <a:lvl1pPr lvl="0" algn="l">
              <a:lnSpc>
                <a:spcPct val="90000"/>
              </a:lnSpc>
              <a:spcBef>
                <a:spcPts val="0"/>
              </a:spcBef>
              <a:spcAft>
                <a:spcPts val="0"/>
              </a:spcAft>
              <a:buClr>
                <a:schemeClr val="dk1"/>
              </a:buClr>
              <a:buSzPts val="2800"/>
              <a:buFont typeface="Calibri"/>
              <a:buNone/>
              <a:defRPr sz="28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6" name="Google Shape;56;p84"/>
          <p:cNvSpPr txBox="1"/>
          <p:nvPr>
            <p:ph idx="1" type="body"/>
          </p:nvPr>
        </p:nvSpPr>
        <p:spPr>
          <a:xfrm>
            <a:off x="3887391" y="740570"/>
            <a:ext cx="4629000" cy="3655200"/>
          </a:xfrm>
          <a:prstGeom prst="rect">
            <a:avLst/>
          </a:prstGeom>
          <a:noFill/>
          <a:ln>
            <a:noFill/>
          </a:ln>
        </p:spPr>
        <p:txBody>
          <a:bodyPr anchorCtr="0" anchor="t" bIns="39550" lIns="79125" spcFirstLastPara="1" rIns="79125" wrap="square" tIns="39550">
            <a:normAutofit/>
          </a:bodyPr>
          <a:lstStyle>
            <a:lvl1pPr indent="-406400" lvl="0" marL="457200" algn="l">
              <a:lnSpc>
                <a:spcPct val="90000"/>
              </a:lnSpc>
              <a:spcBef>
                <a:spcPts val="900"/>
              </a:spcBef>
              <a:spcAft>
                <a:spcPts val="0"/>
              </a:spcAft>
              <a:buClr>
                <a:schemeClr val="dk1"/>
              </a:buClr>
              <a:buSzPts val="2800"/>
              <a:buChar char="•"/>
              <a:defRPr sz="2800"/>
            </a:lvl1pPr>
            <a:lvl2pPr indent="-381000" lvl="1" marL="914400" algn="l">
              <a:lnSpc>
                <a:spcPct val="90000"/>
              </a:lnSpc>
              <a:spcBef>
                <a:spcPts val="400"/>
              </a:spcBef>
              <a:spcAft>
                <a:spcPts val="0"/>
              </a:spcAft>
              <a:buClr>
                <a:schemeClr val="dk1"/>
              </a:buClr>
              <a:buSzPts val="2400"/>
              <a:buChar char="•"/>
              <a:defRPr sz="2400"/>
            </a:lvl2pPr>
            <a:lvl3pPr indent="-361950" lvl="2" marL="1371600" algn="l">
              <a:lnSpc>
                <a:spcPct val="90000"/>
              </a:lnSpc>
              <a:spcBef>
                <a:spcPts val="400"/>
              </a:spcBef>
              <a:spcAft>
                <a:spcPts val="0"/>
              </a:spcAft>
              <a:buClr>
                <a:schemeClr val="dk1"/>
              </a:buClr>
              <a:buSzPts val="2100"/>
              <a:buChar char="•"/>
              <a:defRPr sz="2100"/>
            </a:lvl3pPr>
            <a:lvl4pPr indent="-336550" lvl="3" marL="1828800" algn="l">
              <a:lnSpc>
                <a:spcPct val="90000"/>
              </a:lnSpc>
              <a:spcBef>
                <a:spcPts val="400"/>
              </a:spcBef>
              <a:spcAft>
                <a:spcPts val="0"/>
              </a:spcAft>
              <a:buClr>
                <a:schemeClr val="dk1"/>
              </a:buClr>
              <a:buSzPts val="1700"/>
              <a:buChar char="•"/>
              <a:defRPr sz="1700"/>
            </a:lvl4pPr>
            <a:lvl5pPr indent="-336550" lvl="4" marL="2286000" algn="l">
              <a:lnSpc>
                <a:spcPct val="90000"/>
              </a:lnSpc>
              <a:spcBef>
                <a:spcPts val="400"/>
              </a:spcBef>
              <a:spcAft>
                <a:spcPts val="0"/>
              </a:spcAft>
              <a:buClr>
                <a:schemeClr val="dk1"/>
              </a:buClr>
              <a:buSzPts val="1700"/>
              <a:buChar char="•"/>
              <a:defRPr sz="1700"/>
            </a:lvl5pPr>
            <a:lvl6pPr indent="-336550" lvl="5" marL="2743200" algn="l">
              <a:lnSpc>
                <a:spcPct val="90000"/>
              </a:lnSpc>
              <a:spcBef>
                <a:spcPts val="400"/>
              </a:spcBef>
              <a:spcAft>
                <a:spcPts val="0"/>
              </a:spcAft>
              <a:buClr>
                <a:schemeClr val="dk1"/>
              </a:buClr>
              <a:buSzPts val="1700"/>
              <a:buChar char="•"/>
              <a:defRPr sz="1700"/>
            </a:lvl6pPr>
            <a:lvl7pPr indent="-336550" lvl="6" marL="3200400" algn="l">
              <a:lnSpc>
                <a:spcPct val="90000"/>
              </a:lnSpc>
              <a:spcBef>
                <a:spcPts val="400"/>
              </a:spcBef>
              <a:spcAft>
                <a:spcPts val="0"/>
              </a:spcAft>
              <a:buClr>
                <a:schemeClr val="dk1"/>
              </a:buClr>
              <a:buSzPts val="1700"/>
              <a:buChar char="•"/>
              <a:defRPr sz="1700"/>
            </a:lvl7pPr>
            <a:lvl8pPr indent="-336550" lvl="7" marL="3657600" algn="l">
              <a:lnSpc>
                <a:spcPct val="90000"/>
              </a:lnSpc>
              <a:spcBef>
                <a:spcPts val="400"/>
              </a:spcBef>
              <a:spcAft>
                <a:spcPts val="0"/>
              </a:spcAft>
              <a:buClr>
                <a:schemeClr val="dk1"/>
              </a:buClr>
              <a:buSzPts val="1700"/>
              <a:buChar char="•"/>
              <a:defRPr sz="1700"/>
            </a:lvl8pPr>
            <a:lvl9pPr indent="-336550" lvl="8" marL="4114800" algn="l">
              <a:lnSpc>
                <a:spcPct val="90000"/>
              </a:lnSpc>
              <a:spcBef>
                <a:spcPts val="400"/>
              </a:spcBef>
              <a:spcAft>
                <a:spcPts val="0"/>
              </a:spcAft>
              <a:buClr>
                <a:schemeClr val="dk1"/>
              </a:buClr>
              <a:buSzPts val="1700"/>
              <a:buChar char="•"/>
              <a:defRPr sz="1700"/>
            </a:lvl9pPr>
          </a:lstStyle>
          <a:p/>
        </p:txBody>
      </p:sp>
      <p:sp>
        <p:nvSpPr>
          <p:cNvPr id="57" name="Google Shape;57;p84"/>
          <p:cNvSpPr txBox="1"/>
          <p:nvPr>
            <p:ph idx="2" type="body"/>
          </p:nvPr>
        </p:nvSpPr>
        <p:spPr>
          <a:xfrm>
            <a:off x="629841" y="1543050"/>
            <a:ext cx="2949300" cy="2858700"/>
          </a:xfrm>
          <a:prstGeom prst="rect">
            <a:avLst/>
          </a:prstGeom>
          <a:noFill/>
          <a:ln>
            <a:noFill/>
          </a:ln>
        </p:spPr>
        <p:txBody>
          <a:bodyPr anchorCtr="0" anchor="t" bIns="39550" lIns="79125" spcFirstLastPara="1" rIns="79125" wrap="square" tIns="39550">
            <a:normAutofit/>
          </a:bodyPr>
          <a:lstStyle>
            <a:lvl1pPr indent="-228600" lvl="0" marL="457200" algn="l">
              <a:lnSpc>
                <a:spcPct val="90000"/>
              </a:lnSpc>
              <a:spcBef>
                <a:spcPts val="900"/>
              </a:spcBef>
              <a:spcAft>
                <a:spcPts val="0"/>
              </a:spcAft>
              <a:buClr>
                <a:schemeClr val="dk1"/>
              </a:buClr>
              <a:buSzPts val="1400"/>
              <a:buNone/>
              <a:defRPr sz="1400"/>
            </a:lvl1pPr>
            <a:lvl2pPr indent="-228600" lvl="1" marL="914400" algn="l">
              <a:lnSpc>
                <a:spcPct val="90000"/>
              </a:lnSpc>
              <a:spcBef>
                <a:spcPts val="400"/>
              </a:spcBef>
              <a:spcAft>
                <a:spcPts val="0"/>
              </a:spcAft>
              <a:buClr>
                <a:schemeClr val="dk1"/>
              </a:buClr>
              <a:buSzPts val="1200"/>
              <a:buNone/>
              <a:defRPr sz="1200"/>
            </a:lvl2pPr>
            <a:lvl3pPr indent="-228600" lvl="2" marL="1371600" algn="l">
              <a:lnSpc>
                <a:spcPct val="90000"/>
              </a:lnSpc>
              <a:spcBef>
                <a:spcPts val="400"/>
              </a:spcBef>
              <a:spcAft>
                <a:spcPts val="0"/>
              </a:spcAft>
              <a:buClr>
                <a:schemeClr val="dk1"/>
              </a:buClr>
              <a:buSzPts val="1000"/>
              <a:buNone/>
              <a:defRPr sz="1000"/>
            </a:lvl3pPr>
            <a:lvl4pPr indent="-228600" lvl="3" marL="1828800" algn="l">
              <a:lnSpc>
                <a:spcPct val="90000"/>
              </a:lnSpc>
              <a:spcBef>
                <a:spcPts val="400"/>
              </a:spcBef>
              <a:spcAft>
                <a:spcPts val="0"/>
              </a:spcAft>
              <a:buClr>
                <a:schemeClr val="dk1"/>
              </a:buClr>
              <a:buSzPts val="900"/>
              <a:buNone/>
              <a:defRPr sz="900"/>
            </a:lvl4pPr>
            <a:lvl5pPr indent="-228600" lvl="4" marL="2286000" algn="l">
              <a:lnSpc>
                <a:spcPct val="90000"/>
              </a:lnSpc>
              <a:spcBef>
                <a:spcPts val="400"/>
              </a:spcBef>
              <a:spcAft>
                <a:spcPts val="0"/>
              </a:spcAft>
              <a:buClr>
                <a:schemeClr val="dk1"/>
              </a:buClr>
              <a:buSzPts val="900"/>
              <a:buNone/>
              <a:defRPr sz="900"/>
            </a:lvl5pPr>
            <a:lvl6pPr indent="-228600" lvl="5" marL="2743200" algn="l">
              <a:lnSpc>
                <a:spcPct val="90000"/>
              </a:lnSpc>
              <a:spcBef>
                <a:spcPts val="400"/>
              </a:spcBef>
              <a:spcAft>
                <a:spcPts val="0"/>
              </a:spcAft>
              <a:buClr>
                <a:schemeClr val="dk1"/>
              </a:buClr>
              <a:buSzPts val="900"/>
              <a:buNone/>
              <a:defRPr sz="900"/>
            </a:lvl6pPr>
            <a:lvl7pPr indent="-228600" lvl="6" marL="3200400" algn="l">
              <a:lnSpc>
                <a:spcPct val="90000"/>
              </a:lnSpc>
              <a:spcBef>
                <a:spcPts val="400"/>
              </a:spcBef>
              <a:spcAft>
                <a:spcPts val="0"/>
              </a:spcAft>
              <a:buClr>
                <a:schemeClr val="dk1"/>
              </a:buClr>
              <a:buSzPts val="900"/>
              <a:buNone/>
              <a:defRPr sz="900"/>
            </a:lvl7pPr>
            <a:lvl8pPr indent="-228600" lvl="7" marL="3657600" algn="l">
              <a:lnSpc>
                <a:spcPct val="90000"/>
              </a:lnSpc>
              <a:spcBef>
                <a:spcPts val="400"/>
              </a:spcBef>
              <a:spcAft>
                <a:spcPts val="0"/>
              </a:spcAft>
              <a:buClr>
                <a:schemeClr val="dk1"/>
              </a:buClr>
              <a:buSzPts val="900"/>
              <a:buNone/>
              <a:defRPr sz="900"/>
            </a:lvl8pPr>
            <a:lvl9pPr indent="-228600" lvl="8" marL="4114800" algn="l">
              <a:lnSpc>
                <a:spcPct val="90000"/>
              </a:lnSpc>
              <a:spcBef>
                <a:spcPts val="400"/>
              </a:spcBef>
              <a:spcAft>
                <a:spcPts val="0"/>
              </a:spcAft>
              <a:buClr>
                <a:schemeClr val="dk1"/>
              </a:buClr>
              <a:buSzPts val="900"/>
              <a:buNone/>
              <a:defRPr sz="900"/>
            </a:lvl9pPr>
          </a:lstStyle>
          <a:p/>
        </p:txBody>
      </p:sp>
      <p:sp>
        <p:nvSpPr>
          <p:cNvPr id="58" name="Google Shape;58;p84"/>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9" name="Google Shape;59;p84"/>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0" name="Google Shape;60;p84"/>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図" type="picTx">
  <p:cSld name="PICTURE_WITH_CAPTION_TEXT">
    <p:spTree>
      <p:nvGrpSpPr>
        <p:cNvPr id="61" name="Shape 61"/>
        <p:cNvGrpSpPr/>
        <p:nvPr/>
      </p:nvGrpSpPr>
      <p:grpSpPr>
        <a:xfrm>
          <a:off x="0" y="0"/>
          <a:ext cx="0" cy="0"/>
          <a:chOff x="0" y="0"/>
          <a:chExt cx="0" cy="0"/>
        </a:xfrm>
      </p:grpSpPr>
      <p:sp>
        <p:nvSpPr>
          <p:cNvPr id="62" name="Google Shape;62;p85"/>
          <p:cNvSpPr txBox="1"/>
          <p:nvPr>
            <p:ph type="title"/>
          </p:nvPr>
        </p:nvSpPr>
        <p:spPr>
          <a:xfrm>
            <a:off x="629841" y="342900"/>
            <a:ext cx="2949300" cy="1200300"/>
          </a:xfrm>
          <a:prstGeom prst="rect">
            <a:avLst/>
          </a:prstGeom>
          <a:noFill/>
          <a:ln>
            <a:noFill/>
          </a:ln>
        </p:spPr>
        <p:txBody>
          <a:bodyPr anchorCtr="0" anchor="b" bIns="39550" lIns="79125" spcFirstLastPara="1" rIns="79125" wrap="square" tIns="39550">
            <a:normAutofit/>
          </a:bodyPr>
          <a:lstStyle>
            <a:lvl1pPr lvl="0" algn="l">
              <a:lnSpc>
                <a:spcPct val="90000"/>
              </a:lnSpc>
              <a:spcBef>
                <a:spcPts val="0"/>
              </a:spcBef>
              <a:spcAft>
                <a:spcPts val="0"/>
              </a:spcAft>
              <a:buClr>
                <a:schemeClr val="dk1"/>
              </a:buClr>
              <a:buSzPts val="2800"/>
              <a:buFont typeface="Calibri"/>
              <a:buNone/>
              <a:defRPr sz="28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3" name="Google Shape;63;p85"/>
          <p:cNvSpPr/>
          <p:nvPr>
            <p:ph idx="2" type="pic"/>
          </p:nvPr>
        </p:nvSpPr>
        <p:spPr>
          <a:xfrm>
            <a:off x="3887391" y="740570"/>
            <a:ext cx="4629000" cy="3655200"/>
          </a:xfrm>
          <a:prstGeom prst="rect">
            <a:avLst/>
          </a:prstGeom>
          <a:noFill/>
          <a:ln>
            <a:noFill/>
          </a:ln>
        </p:spPr>
      </p:sp>
      <p:sp>
        <p:nvSpPr>
          <p:cNvPr id="64" name="Google Shape;64;p85"/>
          <p:cNvSpPr txBox="1"/>
          <p:nvPr>
            <p:ph idx="1" type="body"/>
          </p:nvPr>
        </p:nvSpPr>
        <p:spPr>
          <a:xfrm>
            <a:off x="629841" y="1543050"/>
            <a:ext cx="2949300" cy="2858700"/>
          </a:xfrm>
          <a:prstGeom prst="rect">
            <a:avLst/>
          </a:prstGeom>
          <a:noFill/>
          <a:ln>
            <a:noFill/>
          </a:ln>
        </p:spPr>
        <p:txBody>
          <a:bodyPr anchorCtr="0" anchor="t" bIns="39550" lIns="79125" spcFirstLastPara="1" rIns="79125" wrap="square" tIns="39550">
            <a:normAutofit/>
          </a:bodyPr>
          <a:lstStyle>
            <a:lvl1pPr indent="-228600" lvl="0" marL="457200" algn="l">
              <a:lnSpc>
                <a:spcPct val="90000"/>
              </a:lnSpc>
              <a:spcBef>
                <a:spcPts val="900"/>
              </a:spcBef>
              <a:spcAft>
                <a:spcPts val="0"/>
              </a:spcAft>
              <a:buClr>
                <a:schemeClr val="dk1"/>
              </a:buClr>
              <a:buSzPts val="1400"/>
              <a:buNone/>
              <a:defRPr sz="1400"/>
            </a:lvl1pPr>
            <a:lvl2pPr indent="-228600" lvl="1" marL="914400" algn="l">
              <a:lnSpc>
                <a:spcPct val="90000"/>
              </a:lnSpc>
              <a:spcBef>
                <a:spcPts val="400"/>
              </a:spcBef>
              <a:spcAft>
                <a:spcPts val="0"/>
              </a:spcAft>
              <a:buClr>
                <a:schemeClr val="dk1"/>
              </a:buClr>
              <a:buSzPts val="1200"/>
              <a:buNone/>
              <a:defRPr sz="1200"/>
            </a:lvl2pPr>
            <a:lvl3pPr indent="-228600" lvl="2" marL="1371600" algn="l">
              <a:lnSpc>
                <a:spcPct val="90000"/>
              </a:lnSpc>
              <a:spcBef>
                <a:spcPts val="400"/>
              </a:spcBef>
              <a:spcAft>
                <a:spcPts val="0"/>
              </a:spcAft>
              <a:buClr>
                <a:schemeClr val="dk1"/>
              </a:buClr>
              <a:buSzPts val="1000"/>
              <a:buNone/>
              <a:defRPr sz="1000"/>
            </a:lvl3pPr>
            <a:lvl4pPr indent="-228600" lvl="3" marL="1828800" algn="l">
              <a:lnSpc>
                <a:spcPct val="90000"/>
              </a:lnSpc>
              <a:spcBef>
                <a:spcPts val="400"/>
              </a:spcBef>
              <a:spcAft>
                <a:spcPts val="0"/>
              </a:spcAft>
              <a:buClr>
                <a:schemeClr val="dk1"/>
              </a:buClr>
              <a:buSzPts val="900"/>
              <a:buNone/>
              <a:defRPr sz="900"/>
            </a:lvl4pPr>
            <a:lvl5pPr indent="-228600" lvl="4" marL="2286000" algn="l">
              <a:lnSpc>
                <a:spcPct val="90000"/>
              </a:lnSpc>
              <a:spcBef>
                <a:spcPts val="400"/>
              </a:spcBef>
              <a:spcAft>
                <a:spcPts val="0"/>
              </a:spcAft>
              <a:buClr>
                <a:schemeClr val="dk1"/>
              </a:buClr>
              <a:buSzPts val="900"/>
              <a:buNone/>
              <a:defRPr sz="900"/>
            </a:lvl5pPr>
            <a:lvl6pPr indent="-228600" lvl="5" marL="2743200" algn="l">
              <a:lnSpc>
                <a:spcPct val="90000"/>
              </a:lnSpc>
              <a:spcBef>
                <a:spcPts val="400"/>
              </a:spcBef>
              <a:spcAft>
                <a:spcPts val="0"/>
              </a:spcAft>
              <a:buClr>
                <a:schemeClr val="dk1"/>
              </a:buClr>
              <a:buSzPts val="900"/>
              <a:buNone/>
              <a:defRPr sz="900"/>
            </a:lvl6pPr>
            <a:lvl7pPr indent="-228600" lvl="6" marL="3200400" algn="l">
              <a:lnSpc>
                <a:spcPct val="90000"/>
              </a:lnSpc>
              <a:spcBef>
                <a:spcPts val="400"/>
              </a:spcBef>
              <a:spcAft>
                <a:spcPts val="0"/>
              </a:spcAft>
              <a:buClr>
                <a:schemeClr val="dk1"/>
              </a:buClr>
              <a:buSzPts val="900"/>
              <a:buNone/>
              <a:defRPr sz="900"/>
            </a:lvl7pPr>
            <a:lvl8pPr indent="-228600" lvl="7" marL="3657600" algn="l">
              <a:lnSpc>
                <a:spcPct val="90000"/>
              </a:lnSpc>
              <a:spcBef>
                <a:spcPts val="400"/>
              </a:spcBef>
              <a:spcAft>
                <a:spcPts val="0"/>
              </a:spcAft>
              <a:buClr>
                <a:schemeClr val="dk1"/>
              </a:buClr>
              <a:buSzPts val="900"/>
              <a:buNone/>
              <a:defRPr sz="900"/>
            </a:lvl8pPr>
            <a:lvl9pPr indent="-228600" lvl="8" marL="4114800" algn="l">
              <a:lnSpc>
                <a:spcPct val="90000"/>
              </a:lnSpc>
              <a:spcBef>
                <a:spcPts val="400"/>
              </a:spcBef>
              <a:spcAft>
                <a:spcPts val="0"/>
              </a:spcAft>
              <a:buClr>
                <a:schemeClr val="dk1"/>
              </a:buClr>
              <a:buSzPts val="900"/>
              <a:buNone/>
              <a:defRPr sz="900"/>
            </a:lvl9pPr>
          </a:lstStyle>
          <a:p/>
        </p:txBody>
      </p:sp>
      <p:sp>
        <p:nvSpPr>
          <p:cNvPr id="65" name="Google Shape;65;p85"/>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6" name="Google Shape;66;p85"/>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7" name="Google Shape;67;p85"/>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縦書きテキスト" type="vertTx">
  <p:cSld name="VERTICAL_TEXT">
    <p:spTree>
      <p:nvGrpSpPr>
        <p:cNvPr id="68" name="Shape 68"/>
        <p:cNvGrpSpPr/>
        <p:nvPr/>
      </p:nvGrpSpPr>
      <p:grpSpPr>
        <a:xfrm>
          <a:off x="0" y="0"/>
          <a:ext cx="0" cy="0"/>
          <a:chOff x="0" y="0"/>
          <a:chExt cx="0" cy="0"/>
        </a:xfrm>
      </p:grpSpPr>
      <p:sp>
        <p:nvSpPr>
          <p:cNvPr id="69" name="Google Shape;69;p86"/>
          <p:cNvSpPr txBox="1"/>
          <p:nvPr>
            <p:ph type="title"/>
          </p:nvPr>
        </p:nvSpPr>
        <p:spPr>
          <a:xfrm>
            <a:off x="628650" y="273845"/>
            <a:ext cx="7886700" cy="994200"/>
          </a:xfrm>
          <a:prstGeom prst="rect">
            <a:avLst/>
          </a:prstGeom>
          <a:noFill/>
          <a:ln>
            <a:noFill/>
          </a:ln>
        </p:spPr>
        <p:txBody>
          <a:bodyPr anchorCtr="0" anchor="ctr" bIns="39550" lIns="79125" spcFirstLastPara="1" rIns="79125" wrap="square" tIns="39550">
            <a:normAutofit/>
          </a:bodyPr>
          <a:lstStyle>
            <a:lvl1pPr lvl="0" algn="l">
              <a:lnSpc>
                <a:spcPct val="90000"/>
              </a:lnSpc>
              <a:spcBef>
                <a:spcPts val="0"/>
              </a:spcBef>
              <a:spcAft>
                <a:spcPts val="0"/>
              </a:spcAft>
              <a:buClr>
                <a:schemeClr val="dk1"/>
              </a:buClr>
              <a:buSzPts val="16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0" name="Google Shape;70;p86"/>
          <p:cNvSpPr txBox="1"/>
          <p:nvPr>
            <p:ph idx="1" type="body"/>
          </p:nvPr>
        </p:nvSpPr>
        <p:spPr>
          <a:xfrm rot="5400000">
            <a:off x="2940301" y="-942431"/>
            <a:ext cx="3263400" cy="7886700"/>
          </a:xfrm>
          <a:prstGeom prst="rect">
            <a:avLst/>
          </a:prstGeom>
          <a:noFill/>
          <a:ln>
            <a:noFill/>
          </a:ln>
        </p:spPr>
        <p:txBody>
          <a:bodyPr anchorCtr="0" anchor="t" bIns="39550" lIns="79125" spcFirstLastPara="1" rIns="79125" wrap="square" tIns="39550">
            <a:normAutofit/>
          </a:bodyPr>
          <a:lstStyle>
            <a:lvl1pPr indent="-330200" lvl="0" marL="457200" algn="l">
              <a:lnSpc>
                <a:spcPct val="90000"/>
              </a:lnSpc>
              <a:spcBef>
                <a:spcPts val="900"/>
              </a:spcBef>
              <a:spcAft>
                <a:spcPts val="0"/>
              </a:spcAft>
              <a:buClr>
                <a:schemeClr val="dk1"/>
              </a:buClr>
              <a:buSzPts val="1600"/>
              <a:buChar char="•"/>
              <a:defRPr/>
            </a:lvl1pPr>
            <a:lvl2pPr indent="-330200" lvl="1" marL="914400" algn="l">
              <a:lnSpc>
                <a:spcPct val="90000"/>
              </a:lnSpc>
              <a:spcBef>
                <a:spcPts val="400"/>
              </a:spcBef>
              <a:spcAft>
                <a:spcPts val="0"/>
              </a:spcAft>
              <a:buClr>
                <a:schemeClr val="dk1"/>
              </a:buClr>
              <a:buSzPts val="1600"/>
              <a:buChar char="•"/>
              <a:defRPr/>
            </a:lvl2pPr>
            <a:lvl3pPr indent="-330200" lvl="2" marL="1371600" algn="l">
              <a:lnSpc>
                <a:spcPct val="90000"/>
              </a:lnSpc>
              <a:spcBef>
                <a:spcPts val="400"/>
              </a:spcBef>
              <a:spcAft>
                <a:spcPts val="0"/>
              </a:spcAft>
              <a:buClr>
                <a:schemeClr val="dk1"/>
              </a:buClr>
              <a:buSzPts val="1600"/>
              <a:buChar char="•"/>
              <a:defRPr/>
            </a:lvl3pPr>
            <a:lvl4pPr indent="-330200" lvl="3" marL="1828800" algn="l">
              <a:lnSpc>
                <a:spcPct val="90000"/>
              </a:lnSpc>
              <a:spcBef>
                <a:spcPts val="400"/>
              </a:spcBef>
              <a:spcAft>
                <a:spcPts val="0"/>
              </a:spcAft>
              <a:buClr>
                <a:schemeClr val="dk1"/>
              </a:buClr>
              <a:buSzPts val="1600"/>
              <a:buChar char="•"/>
              <a:defRPr/>
            </a:lvl4pPr>
            <a:lvl5pPr indent="-330200" lvl="4" marL="2286000" algn="l">
              <a:lnSpc>
                <a:spcPct val="90000"/>
              </a:lnSpc>
              <a:spcBef>
                <a:spcPts val="400"/>
              </a:spcBef>
              <a:spcAft>
                <a:spcPts val="0"/>
              </a:spcAft>
              <a:buClr>
                <a:schemeClr val="dk1"/>
              </a:buClr>
              <a:buSzPts val="1600"/>
              <a:buChar char="•"/>
              <a:defRPr/>
            </a:lvl5pPr>
            <a:lvl6pPr indent="-330200" lvl="5" marL="2743200" algn="l">
              <a:lnSpc>
                <a:spcPct val="90000"/>
              </a:lnSpc>
              <a:spcBef>
                <a:spcPts val="400"/>
              </a:spcBef>
              <a:spcAft>
                <a:spcPts val="0"/>
              </a:spcAft>
              <a:buClr>
                <a:schemeClr val="dk1"/>
              </a:buClr>
              <a:buSzPts val="1600"/>
              <a:buChar char="•"/>
              <a:defRPr/>
            </a:lvl6pPr>
            <a:lvl7pPr indent="-330200" lvl="6" marL="3200400" algn="l">
              <a:lnSpc>
                <a:spcPct val="90000"/>
              </a:lnSpc>
              <a:spcBef>
                <a:spcPts val="400"/>
              </a:spcBef>
              <a:spcAft>
                <a:spcPts val="0"/>
              </a:spcAft>
              <a:buClr>
                <a:schemeClr val="dk1"/>
              </a:buClr>
              <a:buSzPts val="1600"/>
              <a:buChar char="•"/>
              <a:defRPr/>
            </a:lvl7pPr>
            <a:lvl8pPr indent="-330200" lvl="7" marL="3657600" algn="l">
              <a:lnSpc>
                <a:spcPct val="90000"/>
              </a:lnSpc>
              <a:spcBef>
                <a:spcPts val="400"/>
              </a:spcBef>
              <a:spcAft>
                <a:spcPts val="0"/>
              </a:spcAft>
              <a:buClr>
                <a:schemeClr val="dk1"/>
              </a:buClr>
              <a:buSzPts val="1600"/>
              <a:buChar char="•"/>
              <a:defRPr/>
            </a:lvl8pPr>
            <a:lvl9pPr indent="-330200" lvl="8" marL="4114800" algn="l">
              <a:lnSpc>
                <a:spcPct val="90000"/>
              </a:lnSpc>
              <a:spcBef>
                <a:spcPts val="400"/>
              </a:spcBef>
              <a:spcAft>
                <a:spcPts val="0"/>
              </a:spcAft>
              <a:buClr>
                <a:schemeClr val="dk1"/>
              </a:buClr>
              <a:buSzPts val="1600"/>
              <a:buChar char="•"/>
              <a:defRPr/>
            </a:lvl9pPr>
          </a:lstStyle>
          <a:p/>
        </p:txBody>
      </p:sp>
      <p:sp>
        <p:nvSpPr>
          <p:cNvPr id="71" name="Google Shape;71;p86"/>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2" name="Google Shape;72;p86"/>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3" name="Google Shape;73;p86"/>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縦書きタイトルと&#10;縦書きテキスト" type="vertTitleAndTx">
  <p:cSld name="VERTICAL_TITLE_AND_VERTICAL_TEXT">
    <p:spTree>
      <p:nvGrpSpPr>
        <p:cNvPr id="74" name="Shape 74"/>
        <p:cNvGrpSpPr/>
        <p:nvPr/>
      </p:nvGrpSpPr>
      <p:grpSpPr>
        <a:xfrm>
          <a:off x="0" y="0"/>
          <a:ext cx="0" cy="0"/>
          <a:chOff x="0" y="0"/>
          <a:chExt cx="0" cy="0"/>
        </a:xfrm>
      </p:grpSpPr>
      <p:sp>
        <p:nvSpPr>
          <p:cNvPr id="75" name="Google Shape;75;p87"/>
          <p:cNvSpPr txBox="1"/>
          <p:nvPr>
            <p:ph type="title"/>
          </p:nvPr>
        </p:nvSpPr>
        <p:spPr>
          <a:xfrm rot="5400000">
            <a:off x="5350051" y="1467544"/>
            <a:ext cx="4359000" cy="1971600"/>
          </a:xfrm>
          <a:prstGeom prst="rect">
            <a:avLst/>
          </a:prstGeom>
          <a:noFill/>
          <a:ln>
            <a:noFill/>
          </a:ln>
        </p:spPr>
        <p:txBody>
          <a:bodyPr anchorCtr="0" anchor="ctr" bIns="39550" lIns="79125" spcFirstLastPara="1" rIns="79125" wrap="square" tIns="39550">
            <a:normAutofit/>
          </a:bodyPr>
          <a:lstStyle>
            <a:lvl1pPr lvl="0" algn="l">
              <a:lnSpc>
                <a:spcPct val="90000"/>
              </a:lnSpc>
              <a:spcBef>
                <a:spcPts val="0"/>
              </a:spcBef>
              <a:spcAft>
                <a:spcPts val="0"/>
              </a:spcAft>
              <a:buClr>
                <a:schemeClr val="dk1"/>
              </a:buClr>
              <a:buSzPts val="16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6" name="Google Shape;76;p87"/>
          <p:cNvSpPr txBox="1"/>
          <p:nvPr>
            <p:ph idx="1" type="body"/>
          </p:nvPr>
        </p:nvSpPr>
        <p:spPr>
          <a:xfrm rot="5400000">
            <a:off x="1349476" y="-447056"/>
            <a:ext cx="4359000" cy="5800800"/>
          </a:xfrm>
          <a:prstGeom prst="rect">
            <a:avLst/>
          </a:prstGeom>
          <a:noFill/>
          <a:ln>
            <a:noFill/>
          </a:ln>
        </p:spPr>
        <p:txBody>
          <a:bodyPr anchorCtr="0" anchor="t" bIns="39550" lIns="79125" spcFirstLastPara="1" rIns="79125" wrap="square" tIns="39550">
            <a:normAutofit/>
          </a:bodyPr>
          <a:lstStyle>
            <a:lvl1pPr indent="-330200" lvl="0" marL="457200" algn="l">
              <a:lnSpc>
                <a:spcPct val="90000"/>
              </a:lnSpc>
              <a:spcBef>
                <a:spcPts val="900"/>
              </a:spcBef>
              <a:spcAft>
                <a:spcPts val="0"/>
              </a:spcAft>
              <a:buClr>
                <a:schemeClr val="dk1"/>
              </a:buClr>
              <a:buSzPts val="1600"/>
              <a:buChar char="•"/>
              <a:defRPr/>
            </a:lvl1pPr>
            <a:lvl2pPr indent="-330200" lvl="1" marL="914400" algn="l">
              <a:lnSpc>
                <a:spcPct val="90000"/>
              </a:lnSpc>
              <a:spcBef>
                <a:spcPts val="400"/>
              </a:spcBef>
              <a:spcAft>
                <a:spcPts val="0"/>
              </a:spcAft>
              <a:buClr>
                <a:schemeClr val="dk1"/>
              </a:buClr>
              <a:buSzPts val="1600"/>
              <a:buChar char="•"/>
              <a:defRPr/>
            </a:lvl2pPr>
            <a:lvl3pPr indent="-330200" lvl="2" marL="1371600" algn="l">
              <a:lnSpc>
                <a:spcPct val="90000"/>
              </a:lnSpc>
              <a:spcBef>
                <a:spcPts val="400"/>
              </a:spcBef>
              <a:spcAft>
                <a:spcPts val="0"/>
              </a:spcAft>
              <a:buClr>
                <a:schemeClr val="dk1"/>
              </a:buClr>
              <a:buSzPts val="1600"/>
              <a:buChar char="•"/>
              <a:defRPr/>
            </a:lvl3pPr>
            <a:lvl4pPr indent="-330200" lvl="3" marL="1828800" algn="l">
              <a:lnSpc>
                <a:spcPct val="90000"/>
              </a:lnSpc>
              <a:spcBef>
                <a:spcPts val="400"/>
              </a:spcBef>
              <a:spcAft>
                <a:spcPts val="0"/>
              </a:spcAft>
              <a:buClr>
                <a:schemeClr val="dk1"/>
              </a:buClr>
              <a:buSzPts val="1600"/>
              <a:buChar char="•"/>
              <a:defRPr/>
            </a:lvl4pPr>
            <a:lvl5pPr indent="-330200" lvl="4" marL="2286000" algn="l">
              <a:lnSpc>
                <a:spcPct val="90000"/>
              </a:lnSpc>
              <a:spcBef>
                <a:spcPts val="400"/>
              </a:spcBef>
              <a:spcAft>
                <a:spcPts val="0"/>
              </a:spcAft>
              <a:buClr>
                <a:schemeClr val="dk1"/>
              </a:buClr>
              <a:buSzPts val="1600"/>
              <a:buChar char="•"/>
              <a:defRPr/>
            </a:lvl5pPr>
            <a:lvl6pPr indent="-330200" lvl="5" marL="2743200" algn="l">
              <a:lnSpc>
                <a:spcPct val="90000"/>
              </a:lnSpc>
              <a:spcBef>
                <a:spcPts val="400"/>
              </a:spcBef>
              <a:spcAft>
                <a:spcPts val="0"/>
              </a:spcAft>
              <a:buClr>
                <a:schemeClr val="dk1"/>
              </a:buClr>
              <a:buSzPts val="1600"/>
              <a:buChar char="•"/>
              <a:defRPr/>
            </a:lvl6pPr>
            <a:lvl7pPr indent="-330200" lvl="6" marL="3200400" algn="l">
              <a:lnSpc>
                <a:spcPct val="90000"/>
              </a:lnSpc>
              <a:spcBef>
                <a:spcPts val="400"/>
              </a:spcBef>
              <a:spcAft>
                <a:spcPts val="0"/>
              </a:spcAft>
              <a:buClr>
                <a:schemeClr val="dk1"/>
              </a:buClr>
              <a:buSzPts val="1600"/>
              <a:buChar char="•"/>
              <a:defRPr/>
            </a:lvl7pPr>
            <a:lvl8pPr indent="-330200" lvl="7" marL="3657600" algn="l">
              <a:lnSpc>
                <a:spcPct val="90000"/>
              </a:lnSpc>
              <a:spcBef>
                <a:spcPts val="400"/>
              </a:spcBef>
              <a:spcAft>
                <a:spcPts val="0"/>
              </a:spcAft>
              <a:buClr>
                <a:schemeClr val="dk1"/>
              </a:buClr>
              <a:buSzPts val="1600"/>
              <a:buChar char="•"/>
              <a:defRPr/>
            </a:lvl8pPr>
            <a:lvl9pPr indent="-330200" lvl="8" marL="4114800" algn="l">
              <a:lnSpc>
                <a:spcPct val="90000"/>
              </a:lnSpc>
              <a:spcBef>
                <a:spcPts val="400"/>
              </a:spcBef>
              <a:spcAft>
                <a:spcPts val="0"/>
              </a:spcAft>
              <a:buClr>
                <a:schemeClr val="dk1"/>
              </a:buClr>
              <a:buSzPts val="1600"/>
              <a:buChar char="•"/>
              <a:defRPr/>
            </a:lvl9pPr>
          </a:lstStyle>
          <a:p/>
        </p:txBody>
      </p:sp>
      <p:sp>
        <p:nvSpPr>
          <p:cNvPr id="77" name="Google Shape;77;p87"/>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8" name="Google Shape;78;p87"/>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9" name="Google Shape;79;p87"/>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p88"/>
          <p:cNvSpPr txBox="1"/>
          <p:nvPr>
            <p:ph type="title"/>
          </p:nvPr>
        </p:nvSpPr>
        <p:spPr>
          <a:xfrm>
            <a:off x="311700" y="445025"/>
            <a:ext cx="8520600" cy="572700"/>
          </a:xfrm>
          <a:prstGeom prst="rect">
            <a:avLst/>
          </a:prstGeom>
          <a:noFill/>
          <a:ln>
            <a:noFill/>
          </a:ln>
        </p:spPr>
        <p:txBody>
          <a:bodyPr anchorCtr="0" anchor="ctr" bIns="39550" lIns="79125" spcFirstLastPara="1" rIns="79125" wrap="square" tIns="39550">
            <a:normAutofit/>
          </a:bodyPr>
          <a:lstStyle>
            <a:lvl1pPr lvl="0" algn="l">
              <a:lnSpc>
                <a:spcPct val="90000"/>
              </a:lnSpc>
              <a:spcBef>
                <a:spcPts val="0"/>
              </a:spcBef>
              <a:spcAft>
                <a:spcPts val="0"/>
              </a:spcAft>
              <a:buSzPts val="38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82" name="Google Shape;82;p88"/>
          <p:cNvSpPr txBox="1"/>
          <p:nvPr>
            <p:ph idx="1" type="body"/>
          </p:nvPr>
        </p:nvSpPr>
        <p:spPr>
          <a:xfrm>
            <a:off x="311700" y="1152475"/>
            <a:ext cx="8520600" cy="3416400"/>
          </a:xfrm>
          <a:prstGeom prst="rect">
            <a:avLst/>
          </a:prstGeom>
          <a:noFill/>
          <a:ln>
            <a:noFill/>
          </a:ln>
        </p:spPr>
        <p:txBody>
          <a:bodyPr anchorCtr="0" anchor="t" bIns="39550" lIns="79125" spcFirstLastPara="1" rIns="79125" wrap="square" tIns="39550">
            <a:normAutofit/>
          </a:bodyPr>
          <a:lstStyle>
            <a:lvl1pPr indent="-381000" lvl="0" marL="457200" algn="l">
              <a:lnSpc>
                <a:spcPct val="90000"/>
              </a:lnSpc>
              <a:spcBef>
                <a:spcPts val="900"/>
              </a:spcBef>
              <a:spcAft>
                <a:spcPts val="0"/>
              </a:spcAft>
              <a:buSzPts val="2400"/>
              <a:buChar char="•"/>
              <a:defRPr/>
            </a:lvl1pPr>
            <a:lvl2pPr indent="-361950" lvl="1" marL="914400" algn="l">
              <a:lnSpc>
                <a:spcPct val="90000"/>
              </a:lnSpc>
              <a:spcBef>
                <a:spcPts val="400"/>
              </a:spcBef>
              <a:spcAft>
                <a:spcPts val="0"/>
              </a:spcAft>
              <a:buSzPts val="2100"/>
              <a:buChar char="•"/>
              <a:defRPr/>
            </a:lvl2pPr>
            <a:lvl3pPr indent="-336550" lvl="2" marL="1371600" algn="l">
              <a:lnSpc>
                <a:spcPct val="90000"/>
              </a:lnSpc>
              <a:spcBef>
                <a:spcPts val="400"/>
              </a:spcBef>
              <a:spcAft>
                <a:spcPts val="0"/>
              </a:spcAft>
              <a:buSzPts val="1700"/>
              <a:buChar char="•"/>
              <a:defRPr/>
            </a:lvl3pPr>
            <a:lvl4pPr indent="-330200" lvl="3" marL="1828800" algn="l">
              <a:lnSpc>
                <a:spcPct val="90000"/>
              </a:lnSpc>
              <a:spcBef>
                <a:spcPts val="400"/>
              </a:spcBef>
              <a:spcAft>
                <a:spcPts val="0"/>
              </a:spcAft>
              <a:buSzPts val="1600"/>
              <a:buChar char="•"/>
              <a:defRPr/>
            </a:lvl4pPr>
            <a:lvl5pPr indent="-330200" lvl="4" marL="2286000" algn="l">
              <a:lnSpc>
                <a:spcPct val="90000"/>
              </a:lnSpc>
              <a:spcBef>
                <a:spcPts val="400"/>
              </a:spcBef>
              <a:spcAft>
                <a:spcPts val="0"/>
              </a:spcAft>
              <a:buSzPts val="1600"/>
              <a:buChar char="•"/>
              <a:defRPr/>
            </a:lvl5pPr>
            <a:lvl6pPr indent="-330200" lvl="5" marL="2743200" algn="l">
              <a:lnSpc>
                <a:spcPct val="90000"/>
              </a:lnSpc>
              <a:spcBef>
                <a:spcPts val="400"/>
              </a:spcBef>
              <a:spcAft>
                <a:spcPts val="0"/>
              </a:spcAft>
              <a:buSzPts val="1600"/>
              <a:buChar char="•"/>
              <a:defRPr/>
            </a:lvl6pPr>
            <a:lvl7pPr indent="-330200" lvl="6" marL="3200400" algn="l">
              <a:lnSpc>
                <a:spcPct val="90000"/>
              </a:lnSpc>
              <a:spcBef>
                <a:spcPts val="400"/>
              </a:spcBef>
              <a:spcAft>
                <a:spcPts val="0"/>
              </a:spcAft>
              <a:buSzPts val="1600"/>
              <a:buChar char="•"/>
              <a:defRPr/>
            </a:lvl7pPr>
            <a:lvl8pPr indent="-330200" lvl="7" marL="3657600" algn="l">
              <a:lnSpc>
                <a:spcPct val="90000"/>
              </a:lnSpc>
              <a:spcBef>
                <a:spcPts val="400"/>
              </a:spcBef>
              <a:spcAft>
                <a:spcPts val="0"/>
              </a:spcAft>
              <a:buSzPts val="1600"/>
              <a:buChar char="•"/>
              <a:defRPr/>
            </a:lvl8pPr>
            <a:lvl9pPr indent="-330200" lvl="8" marL="4114800" algn="l">
              <a:lnSpc>
                <a:spcPct val="90000"/>
              </a:lnSpc>
              <a:spcBef>
                <a:spcPts val="400"/>
              </a:spcBef>
              <a:spcAft>
                <a:spcPts val="0"/>
              </a:spcAft>
              <a:buSzPts val="1600"/>
              <a:buChar char="•"/>
              <a:defRPr/>
            </a:lvl9pPr>
          </a:lstStyle>
          <a:p/>
        </p:txBody>
      </p:sp>
      <p:sp>
        <p:nvSpPr>
          <p:cNvPr id="83" name="Google Shape;83;p88"/>
          <p:cNvSpPr txBox="1"/>
          <p:nvPr>
            <p:ph idx="12" type="sldNum"/>
          </p:nvPr>
        </p:nvSpPr>
        <p:spPr>
          <a:xfrm>
            <a:off x="8472458" y="4663217"/>
            <a:ext cx="548700" cy="393600"/>
          </a:xfrm>
          <a:prstGeom prst="rect">
            <a:avLst/>
          </a:prstGeom>
          <a:noFill/>
          <a:ln>
            <a:noFill/>
          </a:ln>
        </p:spPr>
        <p:txBody>
          <a:bodyPr anchorCtr="0" anchor="ctr" bIns="39550" lIns="79125" spcFirstLastPara="1" rIns="79125" wrap="square" tIns="395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8" name="Shape 88"/>
        <p:cNvGrpSpPr/>
        <p:nvPr/>
      </p:nvGrpSpPr>
      <p:grpSpPr>
        <a:xfrm>
          <a:off x="0" y="0"/>
          <a:ext cx="0" cy="0"/>
          <a:chOff x="0" y="0"/>
          <a:chExt cx="0" cy="0"/>
        </a:xfrm>
      </p:grpSpPr>
      <p:sp>
        <p:nvSpPr>
          <p:cNvPr id="89" name="Google Shape;89;p9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0" name="Google Shape;90;p9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1" name="Google Shape;91;p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2" name="Shape 92"/>
        <p:cNvGrpSpPr/>
        <p:nvPr/>
      </p:nvGrpSpPr>
      <p:grpSpPr>
        <a:xfrm>
          <a:off x="0" y="0"/>
          <a:ext cx="0" cy="0"/>
          <a:chOff x="0" y="0"/>
          <a:chExt cx="0" cy="0"/>
        </a:xfrm>
      </p:grpSpPr>
      <p:sp>
        <p:nvSpPr>
          <p:cNvPr id="93" name="Google Shape;93;p9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4" name="Google Shape;94;p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5" name="Shape 95"/>
        <p:cNvGrpSpPr/>
        <p:nvPr/>
      </p:nvGrpSpPr>
      <p:grpSpPr>
        <a:xfrm>
          <a:off x="0" y="0"/>
          <a:ext cx="0" cy="0"/>
          <a:chOff x="0" y="0"/>
          <a:chExt cx="0" cy="0"/>
        </a:xfrm>
      </p:grpSpPr>
      <p:sp>
        <p:nvSpPr>
          <p:cNvPr id="96" name="Google Shape;96;p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7" name="Google Shape;97;p9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8" name="Google Shape;98;p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9" name="Shape 99"/>
        <p:cNvGrpSpPr/>
        <p:nvPr/>
      </p:nvGrpSpPr>
      <p:grpSpPr>
        <a:xfrm>
          <a:off x="0" y="0"/>
          <a:ext cx="0" cy="0"/>
          <a:chOff x="0" y="0"/>
          <a:chExt cx="0" cy="0"/>
        </a:xfrm>
      </p:grpSpPr>
      <p:sp>
        <p:nvSpPr>
          <p:cNvPr id="100" name="Google Shape;100;p9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9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2" name="Google Shape;102;p9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3" name="Google Shape;103;p9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p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6" name="Google Shape;106;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sp>
        <p:nvSpPr>
          <p:cNvPr id="108" name="Google Shape;108;p9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9" name="Google Shape;109;p9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0" name="Google Shape;110;p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1" name="Shape 111"/>
        <p:cNvGrpSpPr/>
        <p:nvPr/>
      </p:nvGrpSpPr>
      <p:grpSpPr>
        <a:xfrm>
          <a:off x="0" y="0"/>
          <a:ext cx="0" cy="0"/>
          <a:chOff x="0" y="0"/>
          <a:chExt cx="0" cy="0"/>
        </a:xfrm>
      </p:grpSpPr>
      <p:sp>
        <p:nvSpPr>
          <p:cNvPr id="112" name="Google Shape;112;p9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3" name="Google Shape;113;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4" name="Shape 114"/>
        <p:cNvGrpSpPr/>
        <p:nvPr/>
      </p:nvGrpSpPr>
      <p:grpSpPr>
        <a:xfrm>
          <a:off x="0" y="0"/>
          <a:ext cx="0" cy="0"/>
          <a:chOff x="0" y="0"/>
          <a:chExt cx="0" cy="0"/>
        </a:xfrm>
      </p:grpSpPr>
      <p:sp>
        <p:nvSpPr>
          <p:cNvPr id="115" name="Google Shape;115;p9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7" name="Google Shape;117;p9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8" name="Google Shape;118;p9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9" name="Google Shape;119;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9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22" name="Google Shape;122;p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3" name="Shape 123"/>
        <p:cNvGrpSpPr/>
        <p:nvPr/>
      </p:nvGrpSpPr>
      <p:grpSpPr>
        <a:xfrm>
          <a:off x="0" y="0"/>
          <a:ext cx="0" cy="0"/>
          <a:chOff x="0" y="0"/>
          <a:chExt cx="0" cy="0"/>
        </a:xfrm>
      </p:grpSpPr>
      <p:sp>
        <p:nvSpPr>
          <p:cNvPr id="124" name="Google Shape;124;p9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5" name="Google Shape;125;p9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26" name="Google Shape;126;p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p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76"/>
          <p:cNvSpPr txBox="1"/>
          <p:nvPr>
            <p:ph type="title"/>
          </p:nvPr>
        </p:nvSpPr>
        <p:spPr>
          <a:xfrm>
            <a:off x="628650" y="273845"/>
            <a:ext cx="7886700" cy="994200"/>
          </a:xfrm>
          <a:prstGeom prst="rect">
            <a:avLst/>
          </a:prstGeom>
          <a:noFill/>
          <a:ln>
            <a:noFill/>
          </a:ln>
        </p:spPr>
        <p:txBody>
          <a:bodyPr anchorCtr="0" anchor="ctr" bIns="39550" lIns="79125" spcFirstLastPara="1" rIns="79125" wrap="square" tIns="39550">
            <a:normAutofit/>
          </a:bodyPr>
          <a:lstStyle>
            <a:lvl1pPr lvl="0" marR="0" rtl="0" algn="l">
              <a:lnSpc>
                <a:spcPct val="90000"/>
              </a:lnSpc>
              <a:spcBef>
                <a:spcPts val="0"/>
              </a:spcBef>
              <a:spcAft>
                <a:spcPts val="0"/>
              </a:spcAft>
              <a:buClr>
                <a:schemeClr val="dk1"/>
              </a:buClr>
              <a:buSzPts val="3800"/>
              <a:buFont typeface="Calibri"/>
              <a:buNone/>
              <a:defRPr b="0" i="0" sz="3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9pPr>
          </a:lstStyle>
          <a:p/>
        </p:txBody>
      </p:sp>
      <p:sp>
        <p:nvSpPr>
          <p:cNvPr id="7" name="Google Shape;7;p76"/>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rmAutofit/>
          </a:bodyPr>
          <a:lstStyle>
            <a:lvl1pPr indent="-381000" lvl="0" marL="457200" marR="0" rtl="0" algn="l">
              <a:lnSpc>
                <a:spcPct val="90000"/>
              </a:lnSpc>
              <a:spcBef>
                <a:spcPts val="9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9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36550" lvl="2" marL="1371600" marR="0" rtl="0" algn="l">
              <a:lnSpc>
                <a:spcPct val="90000"/>
              </a:lnSpc>
              <a:spcBef>
                <a:spcPts val="400"/>
              </a:spcBef>
              <a:spcAft>
                <a:spcPts val="0"/>
              </a:spcAft>
              <a:buClr>
                <a:schemeClr val="dk1"/>
              </a:buClr>
              <a:buSzPts val="1700"/>
              <a:buFont typeface="Arial"/>
              <a:buChar char="•"/>
              <a:defRPr b="0" i="0" sz="1700" u="none" cap="none" strike="noStrike">
                <a:solidFill>
                  <a:schemeClr val="dk1"/>
                </a:solidFill>
                <a:latin typeface="Calibri"/>
                <a:ea typeface="Calibri"/>
                <a:cs typeface="Calibri"/>
                <a:sym typeface="Calibri"/>
              </a:defRPr>
            </a:lvl3pPr>
            <a:lvl4pPr indent="-330200" lvl="3" marL="1828800" marR="0" rtl="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8" name="Google Shape;8;p76"/>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marR="0" rtl="0" algn="l">
              <a:lnSpc>
                <a:spcPct val="100000"/>
              </a:lnSpc>
              <a:spcBef>
                <a:spcPts val="0"/>
              </a:spcBef>
              <a:spcAft>
                <a:spcPts val="0"/>
              </a:spcAft>
              <a:buClr>
                <a:srgbClr val="000000"/>
              </a:buClr>
              <a:buSzPts val="1200"/>
              <a:buFont typeface="Arial"/>
              <a:buNone/>
              <a:defRPr b="0" i="0" sz="1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9pPr>
          </a:lstStyle>
          <a:p/>
        </p:txBody>
      </p:sp>
      <p:sp>
        <p:nvSpPr>
          <p:cNvPr id="9" name="Google Shape;9;p76"/>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marR="0" rtl="0" algn="ctr">
              <a:lnSpc>
                <a:spcPct val="100000"/>
              </a:lnSpc>
              <a:spcBef>
                <a:spcPts val="0"/>
              </a:spcBef>
              <a:spcAft>
                <a:spcPts val="0"/>
              </a:spcAft>
              <a:buClr>
                <a:srgbClr val="000000"/>
              </a:buClr>
              <a:buSzPts val="1200"/>
              <a:buFont typeface="Arial"/>
              <a:buNone/>
              <a:defRPr b="0" i="0" sz="1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200"/>
              <a:buFont typeface="Arial"/>
              <a:buNone/>
              <a:defRPr b="0" i="0" sz="1600" u="none" cap="none" strike="noStrike">
                <a:solidFill>
                  <a:schemeClr val="dk1"/>
                </a:solidFill>
                <a:latin typeface="Calibri"/>
                <a:ea typeface="Calibri"/>
                <a:cs typeface="Calibri"/>
                <a:sym typeface="Calibri"/>
              </a:defRPr>
            </a:lvl9pPr>
          </a:lstStyle>
          <a:p/>
        </p:txBody>
      </p:sp>
      <p:sp>
        <p:nvSpPr>
          <p:cNvPr id="10" name="Google Shape;10;p76"/>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4" name="Shape 84"/>
        <p:cNvGrpSpPr/>
        <p:nvPr/>
      </p:nvGrpSpPr>
      <p:grpSpPr>
        <a:xfrm>
          <a:off x="0" y="0"/>
          <a:ext cx="0" cy="0"/>
          <a:chOff x="0" y="0"/>
          <a:chExt cx="0" cy="0"/>
        </a:xfrm>
      </p:grpSpPr>
      <p:sp>
        <p:nvSpPr>
          <p:cNvPr id="85" name="Google Shape;85;p8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6" name="Google Shape;86;p8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7" name="Google Shape;87;p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3.jpg"/><Relationship Id="rId5"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6.png"/><Relationship Id="rId4" Type="http://schemas.openxmlformats.org/officeDocument/2006/relationships/image" Target="../media/image2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0.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36.jpg"/><Relationship Id="rId4" Type="http://schemas.openxmlformats.org/officeDocument/2006/relationships/image" Target="../media/image32.png"/><Relationship Id="rId5" Type="http://schemas.openxmlformats.org/officeDocument/2006/relationships/image" Target="../media/image2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44.jpg"/><Relationship Id="rId4" Type="http://schemas.openxmlformats.org/officeDocument/2006/relationships/image" Target="../media/image46.jpg"/><Relationship Id="rId5" Type="http://schemas.openxmlformats.org/officeDocument/2006/relationships/image" Target="../media/image42.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34.jpg"/><Relationship Id="rId4" Type="http://schemas.openxmlformats.org/officeDocument/2006/relationships/image" Target="../media/image37.jpg"/><Relationship Id="rId5" Type="http://schemas.openxmlformats.org/officeDocument/2006/relationships/image" Target="../media/image43.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45.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39.jpg"/><Relationship Id="rId4" Type="http://schemas.openxmlformats.org/officeDocument/2006/relationships/image" Target="../media/image40.jpg"/><Relationship Id="rId5" Type="http://schemas.openxmlformats.org/officeDocument/2006/relationships/image" Target="../media/image38.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135" name="Google Shape;135;p1"/>
          <p:cNvSpPr txBox="1"/>
          <p:nvPr/>
        </p:nvSpPr>
        <p:spPr>
          <a:xfrm>
            <a:off x="215425" y="3896950"/>
            <a:ext cx="5298300" cy="714000"/>
          </a:xfrm>
          <a:prstGeom prst="rect">
            <a:avLst/>
          </a:prstGeom>
          <a:noFill/>
          <a:ln>
            <a:noFill/>
          </a:ln>
        </p:spPr>
        <p:txBody>
          <a:bodyPr anchorCtr="0" anchor="t" bIns="79125" lIns="79125" spcFirstLastPara="1" rIns="79125" wrap="square" tIns="79125">
            <a:spAutoFit/>
          </a:bodyPr>
          <a:lstStyle/>
          <a:p>
            <a:pPr indent="0" lvl="0" marL="0" marR="0" rtl="0" algn="ctr">
              <a:lnSpc>
                <a:spcPct val="150000"/>
              </a:lnSpc>
              <a:spcBef>
                <a:spcPts val="0"/>
              </a:spcBef>
              <a:spcAft>
                <a:spcPts val="0"/>
              </a:spcAft>
              <a:buClr>
                <a:srgbClr val="000000"/>
              </a:buClr>
              <a:buSzPts val="3600"/>
              <a:buFont typeface="Arial"/>
              <a:buNone/>
            </a:pPr>
            <a:r>
              <a:rPr b="1" i="0" lang="ja" sz="3600" u="none" cap="none" strike="noStrike">
                <a:solidFill>
                  <a:srgbClr val="EF84C9"/>
                </a:solidFill>
                <a:latin typeface="Kosugi Maru"/>
                <a:ea typeface="Kosugi Maru"/>
                <a:cs typeface="Kosugi Maru"/>
                <a:sym typeface="Kosugi Maru"/>
              </a:rPr>
              <a:t>５日間チャレンジ</a:t>
            </a:r>
            <a:endParaRPr b="1" i="0" sz="2000" u="none" cap="none" strike="noStrike">
              <a:solidFill>
                <a:srgbClr val="EF84C9"/>
              </a:solidFill>
              <a:latin typeface="Kosugi Maru"/>
              <a:ea typeface="Kosugi Maru"/>
              <a:cs typeface="Kosugi Maru"/>
              <a:sym typeface="Kosugi Maru"/>
            </a:endParaRPr>
          </a:p>
        </p:txBody>
      </p:sp>
      <p:sp>
        <p:nvSpPr>
          <p:cNvPr id="136" name="Google Shape;136;p1"/>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137" name="Google Shape;137;p1"/>
          <p:cNvSpPr txBox="1"/>
          <p:nvPr/>
        </p:nvSpPr>
        <p:spPr>
          <a:xfrm>
            <a:off x="5236800" y="3670900"/>
            <a:ext cx="3086100" cy="1006500"/>
          </a:xfrm>
          <a:prstGeom prst="rect">
            <a:avLst/>
          </a:prstGeom>
          <a:noFill/>
          <a:ln>
            <a:noFill/>
          </a:ln>
        </p:spPr>
        <p:txBody>
          <a:bodyPr anchorCtr="0" anchor="t" bIns="79125" lIns="79125" spcFirstLastPara="1" rIns="79125" wrap="square" tIns="79125">
            <a:spAutoFit/>
          </a:bodyPr>
          <a:lstStyle/>
          <a:p>
            <a:pPr indent="0" lvl="0" marL="0" marR="0" rtl="0" algn="ctr">
              <a:lnSpc>
                <a:spcPct val="150000"/>
              </a:lnSpc>
              <a:spcBef>
                <a:spcPts val="0"/>
              </a:spcBef>
              <a:spcAft>
                <a:spcPts val="0"/>
              </a:spcAft>
              <a:buClr>
                <a:srgbClr val="000000"/>
              </a:buClr>
              <a:buSzPts val="5500"/>
              <a:buFont typeface="Arial"/>
              <a:buNone/>
            </a:pPr>
            <a:r>
              <a:rPr b="1" i="0" lang="ja" sz="5500" u="sng" cap="none" strike="noStrike">
                <a:solidFill>
                  <a:srgbClr val="EF84C9"/>
                </a:solidFill>
                <a:latin typeface="Times New Roman"/>
                <a:ea typeface="Times New Roman"/>
                <a:cs typeface="Times New Roman"/>
                <a:sym typeface="Times New Roman"/>
              </a:rPr>
              <a:t>ＤＡＹ４</a:t>
            </a:r>
            <a:endParaRPr b="1" i="0" sz="5500" u="sng" cap="none" strike="noStrike">
              <a:solidFill>
                <a:srgbClr val="EF84C9"/>
              </a:solidFill>
              <a:latin typeface="Times New Roman"/>
              <a:ea typeface="Times New Roman"/>
              <a:cs typeface="Times New Roman"/>
              <a:sym typeface="Times New Roman"/>
            </a:endParaRPr>
          </a:p>
        </p:txBody>
      </p:sp>
      <p:pic>
        <p:nvPicPr>
          <p:cNvPr id="138" name="Google Shape;138;p1"/>
          <p:cNvPicPr preferRelativeResize="0"/>
          <p:nvPr/>
        </p:nvPicPr>
        <p:blipFill rotWithShape="1">
          <a:blip r:embed="rId3">
            <a:alphaModFix/>
          </a:blip>
          <a:srcRect b="0" l="0" r="0" t="0"/>
          <a:stretch/>
        </p:blipFill>
        <p:spPr>
          <a:xfrm>
            <a:off x="87075" y="713675"/>
            <a:ext cx="4484925" cy="2413275"/>
          </a:xfrm>
          <a:prstGeom prst="rect">
            <a:avLst/>
          </a:prstGeom>
          <a:noFill/>
          <a:ln>
            <a:noFill/>
          </a:ln>
        </p:spPr>
      </p:pic>
      <p:pic>
        <p:nvPicPr>
          <p:cNvPr id="139" name="Google Shape;139;p1"/>
          <p:cNvPicPr preferRelativeResize="0"/>
          <p:nvPr/>
        </p:nvPicPr>
        <p:blipFill rotWithShape="1">
          <a:blip r:embed="rId4">
            <a:alphaModFix/>
          </a:blip>
          <a:srcRect b="0" l="0" r="0" t="0"/>
          <a:stretch/>
        </p:blipFill>
        <p:spPr>
          <a:xfrm>
            <a:off x="4662800" y="713675"/>
            <a:ext cx="4382500" cy="2375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146" name="Google Shape;146;p2"/>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147" name="Google Shape;147;p2"/>
          <p:cNvSpPr txBox="1"/>
          <p:nvPr/>
        </p:nvSpPr>
        <p:spPr>
          <a:xfrm>
            <a:off x="0" y="61288"/>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sng" cap="none" strike="noStrike">
                <a:solidFill>
                  <a:srgbClr val="434343"/>
                </a:solidFill>
                <a:latin typeface="Kosugi Maru"/>
                <a:ea typeface="Kosugi Maru"/>
                <a:cs typeface="Kosugi Maru"/>
                <a:sym typeface="Kosugi Maru"/>
              </a:rPr>
              <a:t>このチャレンジの目的</a:t>
            </a:r>
            <a:endParaRPr b="0" i="0" sz="3200" u="sng" cap="none" strike="noStrike">
              <a:solidFill>
                <a:srgbClr val="434343"/>
              </a:solidFill>
              <a:latin typeface="Kosugi Maru"/>
              <a:ea typeface="Kosugi Maru"/>
              <a:cs typeface="Kosugi Maru"/>
              <a:sym typeface="Kosugi Maru"/>
            </a:endParaRPr>
          </a:p>
        </p:txBody>
      </p:sp>
      <p:sp>
        <p:nvSpPr>
          <p:cNvPr id="148" name="Google Shape;148;p2"/>
          <p:cNvSpPr txBox="1"/>
          <p:nvPr/>
        </p:nvSpPr>
        <p:spPr>
          <a:xfrm>
            <a:off x="695800" y="898650"/>
            <a:ext cx="7974300" cy="40080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2000"/>
              <a:buFont typeface="Arial"/>
              <a:buNone/>
            </a:pPr>
            <a:r>
              <a:rPr b="0" i="0" lang="ja" sz="2000" u="none" cap="none" strike="noStrike">
                <a:solidFill>
                  <a:srgbClr val="666666"/>
                </a:solidFill>
                <a:latin typeface="Kosugi Maru"/>
                <a:ea typeface="Kosugi Maru"/>
                <a:cs typeface="Kosugi Maru"/>
                <a:sym typeface="Kosugi Maru"/>
              </a:rPr>
              <a:t>目的１</a:t>
            </a:r>
            <a:endParaRPr b="0" i="0" sz="2000" u="none" cap="none" strike="noStrike">
              <a:solidFill>
                <a:srgbClr val="666666"/>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rPr b="0" i="0" lang="ja" sz="2000" u="none" cap="none" strike="noStrike">
                <a:solidFill>
                  <a:srgbClr val="EF84C9"/>
                </a:solidFill>
                <a:latin typeface="Kosugi Maru"/>
                <a:ea typeface="Kosugi Maru"/>
                <a:cs typeface="Kosugi Maru"/>
                <a:sym typeface="Kosugi Maru"/>
              </a:rPr>
              <a:t>　育脳について正しい知識を身につける</a:t>
            </a:r>
            <a:endParaRPr b="0" i="0" sz="2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rPr b="0" i="0" lang="ja" sz="2000" u="none" cap="none" strike="noStrike">
                <a:solidFill>
                  <a:srgbClr val="666666"/>
                </a:solidFill>
                <a:latin typeface="Kosugi Maru"/>
                <a:ea typeface="Kosugi Maru"/>
                <a:cs typeface="Kosugi Maru"/>
                <a:sym typeface="Kosugi Maru"/>
              </a:rPr>
              <a:t>目的２</a:t>
            </a:r>
            <a:endParaRPr b="0" i="0" sz="2000" u="none" cap="none" strike="noStrike">
              <a:solidFill>
                <a:srgbClr val="666666"/>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rPr b="0" i="0" lang="ja" sz="2000" u="none" cap="none" strike="noStrike">
                <a:solidFill>
                  <a:srgbClr val="EF84C9"/>
                </a:solidFill>
                <a:latin typeface="Kosugi Maru"/>
                <a:ea typeface="Kosugi Maru"/>
                <a:cs typeface="Kosugi Maru"/>
                <a:sym typeface="Kosugi Maru"/>
              </a:rPr>
              <a:t>　世の中のママ達をサポートすることで</a:t>
            </a:r>
            <a:endParaRPr b="0" i="0" sz="2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rPr b="0" i="0" lang="ja" sz="2000" u="none" cap="none" strike="noStrike">
                <a:solidFill>
                  <a:srgbClr val="EF84C9"/>
                </a:solidFill>
                <a:latin typeface="Kosugi Maru"/>
                <a:ea typeface="Kosugi Maru"/>
                <a:cs typeface="Kosugi Maru"/>
                <a:sym typeface="Kosugi Maru"/>
              </a:rPr>
              <a:t>　成り立つカウンセラーのお仕事の可能性を学ぶ</a:t>
            </a:r>
            <a:endParaRPr b="0" i="0" sz="2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rPr b="0" i="0" lang="ja" sz="2000" u="none" cap="none" strike="noStrike">
                <a:solidFill>
                  <a:srgbClr val="44546A"/>
                </a:solidFill>
                <a:latin typeface="Kosugi Maru"/>
                <a:ea typeface="Kosugi Maru"/>
                <a:cs typeface="Kosugi Maru"/>
                <a:sym typeface="Kosugi Maru"/>
              </a:rPr>
              <a:t>目的３</a:t>
            </a:r>
            <a:endParaRPr b="0" i="0" sz="2000" u="none" cap="none" strike="noStrike">
              <a:solidFill>
                <a:srgbClr val="44546A"/>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000" u="none" cap="none" strike="noStrike">
                <a:solidFill>
                  <a:schemeClr val="dk1"/>
                </a:solidFill>
                <a:latin typeface="Arial"/>
                <a:ea typeface="Arial"/>
                <a:cs typeface="Arial"/>
                <a:sym typeface="Arial"/>
              </a:rPr>
              <a:t>　</a:t>
            </a:r>
            <a:r>
              <a:rPr b="0" i="0" lang="ja" sz="2000" u="none" cap="none" strike="noStrike">
                <a:solidFill>
                  <a:srgbClr val="EF84C9"/>
                </a:solidFill>
                <a:latin typeface="Kosugi Maru"/>
                <a:ea typeface="Kosugi Maru"/>
                <a:cs typeface="Kosugi Maru"/>
                <a:sym typeface="Kosugi Maru"/>
              </a:rPr>
              <a:t>子育てママやお教室のお仕事からどのようにステップを進めたら</a:t>
            </a:r>
            <a:endParaRPr b="0" i="0" sz="2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000" u="none" cap="none" strike="noStrike">
                <a:solidFill>
                  <a:srgbClr val="EF84C9"/>
                </a:solidFill>
                <a:latin typeface="Kosugi Maru"/>
                <a:ea typeface="Kosugi Maru"/>
                <a:cs typeface="Kosugi Maru"/>
                <a:sym typeface="Kosugi Maru"/>
              </a:rPr>
              <a:t>　”育脳子育てカウンセラー”になれるかを学ぶ</a:t>
            </a:r>
            <a:endParaRPr b="0" i="0" sz="2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EF84C9"/>
              </a:solidFill>
              <a:latin typeface="Kosugi Maru"/>
              <a:ea typeface="Kosugi Maru"/>
              <a:cs typeface="Kosugi Maru"/>
              <a:sym typeface="Kosugi Maru"/>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155" name="Google Shape;155;p3"/>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156" name="Google Shape;156;p3"/>
          <p:cNvSpPr txBox="1"/>
          <p:nvPr/>
        </p:nvSpPr>
        <p:spPr>
          <a:xfrm>
            <a:off x="0" y="442288"/>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さらに・・・</a:t>
            </a:r>
            <a:endParaRPr b="0" i="0" sz="3200" u="none" cap="none" strike="noStrike">
              <a:solidFill>
                <a:srgbClr val="434343"/>
              </a:solidFill>
              <a:latin typeface="Kosugi Maru"/>
              <a:ea typeface="Kosugi Maru"/>
              <a:cs typeface="Kosugi Maru"/>
              <a:sym typeface="Kosugi Maru"/>
            </a:endParaRPr>
          </a:p>
        </p:txBody>
      </p:sp>
      <p:sp>
        <p:nvSpPr>
          <p:cNvPr id="157" name="Google Shape;157;p3"/>
          <p:cNvSpPr txBox="1"/>
          <p:nvPr/>
        </p:nvSpPr>
        <p:spPr>
          <a:xfrm>
            <a:off x="1195100" y="1148588"/>
            <a:ext cx="8337300" cy="3589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800"/>
              <a:buFont typeface="Arial"/>
              <a:buNone/>
            </a:pPr>
            <a:r>
              <a:rPr b="0" i="0" lang="ja" sz="2800" u="none" cap="none" strike="noStrike">
                <a:solidFill>
                  <a:srgbClr val="434343"/>
                </a:solidFill>
                <a:latin typeface="Kosugi Maru"/>
                <a:ea typeface="Kosugi Maru"/>
                <a:cs typeface="Kosugi Maru"/>
                <a:sym typeface="Kosugi Maru"/>
              </a:rPr>
              <a:t>・「確かにそういうサポートは</a:t>
            </a:r>
            <a:endParaRPr b="0" i="0" sz="28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800" u="none" cap="none" strike="noStrike">
                <a:solidFill>
                  <a:srgbClr val="434343"/>
                </a:solidFill>
                <a:latin typeface="Kosugi Maru"/>
                <a:ea typeface="Kosugi Maru"/>
                <a:cs typeface="Kosugi Maru"/>
                <a:sym typeface="Kosugi Maru"/>
              </a:rPr>
              <a:t>　　世の中に必要だよね」</a:t>
            </a:r>
            <a:endParaRPr b="0" i="0" sz="28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800" u="none" cap="none" strike="noStrike">
                <a:solidFill>
                  <a:srgbClr val="434343"/>
                </a:solidFill>
                <a:latin typeface="Kosugi Maru"/>
                <a:ea typeface="Kosugi Maru"/>
                <a:cs typeface="Kosugi Maru"/>
                <a:sym typeface="Kosugi Maru"/>
              </a:rPr>
              <a:t>・「育脳ってお子様だけでなく、</a:t>
            </a:r>
            <a:endParaRPr b="0" i="0" sz="28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800" u="none" cap="none" strike="noStrike">
                <a:solidFill>
                  <a:srgbClr val="434343"/>
                </a:solidFill>
                <a:latin typeface="Kosugi Maru"/>
                <a:ea typeface="Kosugi Maru"/>
                <a:cs typeface="Kosugi Maru"/>
                <a:sym typeface="Kosugi Maru"/>
              </a:rPr>
              <a:t>　　ママにとっても大事なのね」</a:t>
            </a:r>
            <a:endParaRPr b="0" i="0" sz="28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800" u="none" cap="none" strike="noStrike">
                <a:solidFill>
                  <a:srgbClr val="434343"/>
                </a:solidFill>
                <a:latin typeface="Kosugi Maru"/>
                <a:ea typeface="Kosugi Maru"/>
                <a:cs typeface="Kosugi Maru"/>
                <a:sym typeface="Kosugi Maru"/>
              </a:rPr>
              <a:t>・「これならお仕事として成立するよね」</a:t>
            </a:r>
            <a:endParaRPr b="0" i="0" sz="28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800" u="none" cap="none" strike="noStrike">
                <a:solidFill>
                  <a:srgbClr val="434343"/>
                </a:solidFill>
                <a:latin typeface="Kosugi Maru"/>
                <a:ea typeface="Kosugi Maru"/>
                <a:cs typeface="Kosugi Maru"/>
                <a:sym typeface="Kosugi Maru"/>
              </a:rPr>
              <a:t>・「自分にもできるかも！」</a:t>
            </a:r>
            <a:endParaRPr b="0" i="0" sz="28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800"/>
              <a:buFont typeface="Arial"/>
              <a:buNone/>
            </a:pPr>
            <a:r>
              <a:rPr b="0" i="0" lang="ja" sz="2800" u="none" cap="none" strike="noStrike">
                <a:solidFill>
                  <a:srgbClr val="434343"/>
                </a:solidFill>
                <a:latin typeface="Kosugi Maru"/>
                <a:ea typeface="Kosugi Maru"/>
                <a:cs typeface="Kosugi Maru"/>
                <a:sym typeface="Kosugi Maru"/>
              </a:rPr>
              <a:t>・「やってみたい」</a:t>
            </a:r>
            <a:endParaRPr b="0" i="0" sz="2800" u="none" cap="none" strike="noStrike">
              <a:solidFill>
                <a:srgbClr val="434343"/>
              </a:solidFill>
              <a:latin typeface="Kosugi Maru"/>
              <a:ea typeface="Kosugi Maru"/>
              <a:cs typeface="Kosugi Maru"/>
              <a:sym typeface="Kosugi Maru"/>
            </a:endParaRPr>
          </a:p>
        </p:txBody>
      </p:sp>
      <p:pic>
        <p:nvPicPr>
          <p:cNvPr id="158" name="Google Shape;158;p3"/>
          <p:cNvPicPr preferRelativeResize="0"/>
          <p:nvPr/>
        </p:nvPicPr>
        <p:blipFill rotWithShape="1">
          <a:blip r:embed="rId3">
            <a:alphaModFix/>
          </a:blip>
          <a:srcRect b="0" l="0" r="0" t="0"/>
          <a:stretch/>
        </p:blipFill>
        <p:spPr>
          <a:xfrm flipH="1">
            <a:off x="6690546" y="96800"/>
            <a:ext cx="2158400" cy="2618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4"/>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５日間の全体像</a:t>
            </a:r>
            <a:endParaRPr b="0" i="0" sz="3200" u="none" cap="none" strike="noStrike">
              <a:solidFill>
                <a:srgbClr val="434343"/>
              </a:solidFill>
              <a:latin typeface="Kosugi Maru"/>
              <a:ea typeface="Kosugi Maru"/>
              <a:cs typeface="Kosugi Maru"/>
              <a:sym typeface="Kosugi Maru"/>
            </a:endParaRPr>
          </a:p>
        </p:txBody>
      </p:sp>
      <p:cxnSp>
        <p:nvCxnSpPr>
          <p:cNvPr id="165" name="Google Shape;165;p4"/>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166" name="Google Shape;166;p4"/>
          <p:cNvSpPr txBox="1"/>
          <p:nvPr/>
        </p:nvSpPr>
        <p:spPr>
          <a:xfrm>
            <a:off x="1056825" y="1333925"/>
            <a:ext cx="7667100" cy="340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666666"/>
                </a:solidFill>
                <a:latin typeface="Kosugi Maru"/>
                <a:ea typeface="Kosugi Maru"/>
                <a:cs typeface="Kosugi Maru"/>
                <a:sym typeface="Kosugi Maru"/>
              </a:rPr>
              <a:t>Day１　全体概要</a:t>
            </a:r>
            <a:endParaRPr b="0" i="0" sz="2650" u="none" cap="none" strike="noStrike">
              <a:solidFill>
                <a:srgbClr val="666666"/>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666666"/>
                </a:solidFill>
                <a:latin typeface="Kosugi Maru"/>
                <a:ea typeface="Kosugi Maru"/>
                <a:cs typeface="Kosugi Maru"/>
                <a:sym typeface="Kosugi Maru"/>
              </a:rPr>
              <a:t>Day２　"育脳"と早期教育の違い</a:t>
            </a:r>
            <a:endParaRPr b="0" i="0" sz="2650" u="none" cap="none" strike="noStrike">
              <a:solidFill>
                <a:srgbClr val="666666"/>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666666"/>
                </a:solidFill>
                <a:latin typeface="Kosugi Maru"/>
                <a:ea typeface="Kosugi Maru"/>
                <a:cs typeface="Kosugi Maru"/>
                <a:sym typeface="Kosugi Maru"/>
              </a:rPr>
              <a:t>Day３　育脳に大切な３つの取り組み</a:t>
            </a:r>
            <a:endParaRPr b="0" i="0" sz="2650" u="none" cap="none" strike="noStrike">
              <a:solidFill>
                <a:srgbClr val="666666"/>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EF84C9"/>
                </a:solidFill>
                <a:latin typeface="Kosugi Maru"/>
                <a:ea typeface="Kosugi Maru"/>
                <a:cs typeface="Kosugi Maru"/>
                <a:sym typeface="Kosugi Maru"/>
              </a:rPr>
              <a:t>Day４　育脳サービスをお仕事にする、とは？</a:t>
            </a:r>
            <a:endParaRPr b="0" i="0" sz="265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650"/>
              <a:buFont typeface="Arial"/>
              <a:buNone/>
            </a:pPr>
            <a:r>
              <a:rPr b="0" i="0" lang="ja" sz="2650" u="none" cap="none" strike="noStrike">
                <a:solidFill>
                  <a:srgbClr val="666666"/>
                </a:solidFill>
                <a:latin typeface="Kosugi Maru"/>
                <a:ea typeface="Kosugi Maru"/>
                <a:cs typeface="Kosugi Maru"/>
                <a:sym typeface="Kosugi Maru"/>
              </a:rPr>
              <a:t>Day５　"育脳子育てカウンセラー"になるための</a:t>
            </a:r>
            <a:endParaRPr b="0" i="0" sz="2650" u="none" cap="none" strike="noStrike">
              <a:solidFill>
                <a:srgbClr val="666666"/>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666666"/>
                </a:solidFill>
                <a:latin typeface="Kosugi Maru"/>
                <a:ea typeface="Kosugi Maru"/>
                <a:cs typeface="Kosugi Maru"/>
                <a:sym typeface="Kosugi Maru"/>
              </a:rPr>
              <a:t>        ステップ&amp;５日間のまとめ</a:t>
            </a:r>
            <a:endParaRPr b="0" i="0" sz="2650" u="none" cap="none" strike="noStrike">
              <a:solidFill>
                <a:srgbClr val="666666"/>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650"/>
              <a:buFont typeface="Arial"/>
              <a:buNone/>
            </a:pPr>
            <a:r>
              <a:t/>
            </a:r>
            <a:endParaRPr b="0" i="0" sz="265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173" name="Google Shape;173;p5"/>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174" name="Google Shape;174;p5"/>
          <p:cNvSpPr txBox="1"/>
          <p:nvPr/>
        </p:nvSpPr>
        <p:spPr>
          <a:xfrm>
            <a:off x="706875" y="1962200"/>
            <a:ext cx="7974300" cy="8988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4800"/>
              <a:buFont typeface="Arial"/>
              <a:buNone/>
            </a:pPr>
            <a:r>
              <a:rPr b="0" i="0" lang="ja" sz="4800" u="none" cap="none" strike="noStrike">
                <a:solidFill>
                  <a:srgbClr val="666666"/>
                </a:solidFill>
                <a:latin typeface="Kosugi Maru"/>
                <a:ea typeface="Kosugi Maru"/>
                <a:cs typeface="Kosugi Maru"/>
                <a:sym typeface="Kosugi Maru"/>
              </a:rPr>
              <a:t>Ｄａｙ３の振り返り</a:t>
            </a:r>
            <a:endParaRPr b="0" i="0" sz="4800" u="none" cap="none" strike="noStrike">
              <a:solidFill>
                <a:srgbClr val="EF84C9"/>
              </a:solidFill>
              <a:latin typeface="Kosugi Maru"/>
              <a:ea typeface="Kosugi Maru"/>
              <a:cs typeface="Kosugi Maru"/>
              <a:sym typeface="Kosugi Maru"/>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181" name="Google Shape;181;p6"/>
          <p:cNvSpPr txBox="1"/>
          <p:nvPr>
            <p:ph idx="11" type="ftr"/>
          </p:nvPr>
        </p:nvSpPr>
        <p:spPr>
          <a:xfrm>
            <a:off x="3673925" y="4817225"/>
            <a:ext cx="23085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182" name="Google Shape;182;p6"/>
          <p:cNvSpPr txBox="1"/>
          <p:nvPr/>
        </p:nvSpPr>
        <p:spPr>
          <a:xfrm>
            <a:off x="0" y="-11287"/>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Day３のまとめ</a:t>
            </a:r>
            <a:endParaRPr b="0" i="0" sz="2600" u="none" cap="none" strike="noStrike">
              <a:solidFill>
                <a:srgbClr val="434343"/>
              </a:solidFill>
              <a:latin typeface="Kosugi Maru"/>
              <a:ea typeface="Kosugi Maru"/>
              <a:cs typeface="Kosugi Maru"/>
              <a:sym typeface="Kosugi Maru"/>
            </a:endParaRPr>
          </a:p>
        </p:txBody>
      </p:sp>
      <p:cxnSp>
        <p:nvCxnSpPr>
          <p:cNvPr id="183" name="Google Shape;183;p6"/>
          <p:cNvCxnSpPr/>
          <p:nvPr/>
        </p:nvCxnSpPr>
        <p:spPr>
          <a:xfrm>
            <a:off x="828425" y="546425"/>
            <a:ext cx="7487100" cy="0"/>
          </a:xfrm>
          <a:prstGeom prst="straightConnector1">
            <a:avLst/>
          </a:prstGeom>
          <a:noFill/>
          <a:ln cap="flat" cmpd="sng" w="28575">
            <a:solidFill>
              <a:srgbClr val="EF84C9"/>
            </a:solidFill>
            <a:prstDash val="solid"/>
            <a:round/>
            <a:headEnd len="sm" w="sm" type="none"/>
            <a:tailEnd len="sm" w="sm" type="none"/>
          </a:ln>
        </p:spPr>
      </p:cxnSp>
      <p:pic>
        <p:nvPicPr>
          <p:cNvPr id="184" name="Google Shape;184;p6"/>
          <p:cNvPicPr preferRelativeResize="0"/>
          <p:nvPr/>
        </p:nvPicPr>
        <p:blipFill rotWithShape="1">
          <a:blip r:embed="rId3">
            <a:alphaModFix/>
          </a:blip>
          <a:srcRect b="0" l="0" r="0" t="0"/>
          <a:stretch/>
        </p:blipFill>
        <p:spPr>
          <a:xfrm>
            <a:off x="903400" y="676050"/>
            <a:ext cx="2921901" cy="1278825"/>
          </a:xfrm>
          <a:prstGeom prst="rect">
            <a:avLst/>
          </a:prstGeom>
          <a:noFill/>
          <a:ln>
            <a:noFill/>
          </a:ln>
        </p:spPr>
      </p:pic>
      <p:sp>
        <p:nvSpPr>
          <p:cNvPr id="185" name="Google Shape;185;p6"/>
          <p:cNvSpPr txBox="1"/>
          <p:nvPr/>
        </p:nvSpPr>
        <p:spPr>
          <a:xfrm>
            <a:off x="4139225" y="1022950"/>
            <a:ext cx="3900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育脳マインド</a:t>
            </a:r>
            <a:endParaRPr b="0" i="0" sz="2600" u="none" cap="none" strike="noStrike">
              <a:solidFill>
                <a:srgbClr val="434343"/>
              </a:solidFill>
              <a:latin typeface="Kosugi Maru"/>
              <a:ea typeface="Kosugi Maru"/>
              <a:cs typeface="Kosugi Maru"/>
              <a:sym typeface="Kosugi Maru"/>
            </a:endParaRPr>
          </a:p>
        </p:txBody>
      </p:sp>
      <p:pic>
        <p:nvPicPr>
          <p:cNvPr id="186" name="Google Shape;186;p6"/>
          <p:cNvPicPr preferRelativeResize="0"/>
          <p:nvPr/>
        </p:nvPicPr>
        <p:blipFill rotWithShape="1">
          <a:blip r:embed="rId4">
            <a:alphaModFix/>
          </a:blip>
          <a:srcRect b="0" l="0" r="0" t="0"/>
          <a:stretch/>
        </p:blipFill>
        <p:spPr>
          <a:xfrm>
            <a:off x="1128825" y="2301850"/>
            <a:ext cx="2471038" cy="1220126"/>
          </a:xfrm>
          <a:prstGeom prst="rect">
            <a:avLst/>
          </a:prstGeom>
          <a:noFill/>
          <a:ln>
            <a:noFill/>
          </a:ln>
        </p:spPr>
      </p:pic>
      <p:sp>
        <p:nvSpPr>
          <p:cNvPr id="187" name="Google Shape;187;p6"/>
          <p:cNvSpPr txBox="1"/>
          <p:nvPr/>
        </p:nvSpPr>
        <p:spPr>
          <a:xfrm>
            <a:off x="4247875" y="2389313"/>
            <a:ext cx="3900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育脳ルーティン</a:t>
            </a:r>
            <a:endParaRPr b="0" i="0" sz="2600" u="none" cap="none" strike="noStrike">
              <a:solidFill>
                <a:srgbClr val="434343"/>
              </a:solidFill>
              <a:latin typeface="Kosugi Maru"/>
              <a:ea typeface="Kosugi Maru"/>
              <a:cs typeface="Kosugi Maru"/>
              <a:sym typeface="Kosugi Maru"/>
            </a:endParaRPr>
          </a:p>
        </p:txBody>
      </p:sp>
      <p:pic>
        <p:nvPicPr>
          <p:cNvPr id="188" name="Google Shape;188;p6"/>
          <p:cNvPicPr preferRelativeResize="0"/>
          <p:nvPr/>
        </p:nvPicPr>
        <p:blipFill rotWithShape="1">
          <a:blip r:embed="rId5">
            <a:alphaModFix/>
          </a:blip>
          <a:srcRect b="0" l="0" r="0" t="0"/>
          <a:stretch/>
        </p:blipFill>
        <p:spPr>
          <a:xfrm>
            <a:off x="1128825" y="3521972"/>
            <a:ext cx="2825299" cy="1405402"/>
          </a:xfrm>
          <a:prstGeom prst="rect">
            <a:avLst/>
          </a:prstGeom>
          <a:noFill/>
          <a:ln>
            <a:noFill/>
          </a:ln>
        </p:spPr>
      </p:pic>
      <p:sp>
        <p:nvSpPr>
          <p:cNvPr id="189" name="Google Shape;189;p6"/>
          <p:cNvSpPr txBox="1"/>
          <p:nvPr/>
        </p:nvSpPr>
        <p:spPr>
          <a:xfrm>
            <a:off x="4247875" y="3772688"/>
            <a:ext cx="3900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１秒育脳®️</a:t>
            </a:r>
            <a:endParaRPr b="0" i="0" sz="2600" u="none" cap="none" strike="noStrike">
              <a:solidFill>
                <a:srgbClr val="434343"/>
              </a:solidFill>
              <a:latin typeface="Kosugi Maru"/>
              <a:ea typeface="Kosugi Maru"/>
              <a:cs typeface="Kosugi Maru"/>
              <a:sym typeface="Kosugi Maru"/>
            </a:endParaRPr>
          </a:p>
        </p:txBody>
      </p:sp>
      <p:sp>
        <p:nvSpPr>
          <p:cNvPr id="190" name="Google Shape;190;p6"/>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 name="Shape 195"/>
        <p:cNvGrpSpPr/>
        <p:nvPr/>
      </p:nvGrpSpPr>
      <p:grpSpPr>
        <a:xfrm>
          <a:off x="0" y="0"/>
          <a:ext cx="0" cy="0"/>
          <a:chOff x="0" y="0"/>
          <a:chExt cx="0" cy="0"/>
        </a:xfrm>
      </p:grpSpPr>
      <p:sp>
        <p:nvSpPr>
          <p:cNvPr id="196" name="Google Shape;196;p7"/>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197" name="Google Shape;197;p7"/>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198" name="Google Shape;198;p7"/>
          <p:cNvSpPr txBox="1"/>
          <p:nvPr/>
        </p:nvSpPr>
        <p:spPr>
          <a:xfrm>
            <a:off x="1387650" y="1439150"/>
            <a:ext cx="6368700" cy="23949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4400"/>
              <a:buFont typeface="Arial"/>
              <a:buNone/>
            </a:pPr>
            <a:r>
              <a:rPr b="0" i="0" lang="ja" sz="4400" u="none" cap="none" strike="noStrike">
                <a:solidFill>
                  <a:schemeClr val="dk1"/>
                </a:solidFill>
                <a:latin typeface="Kosugi Maru"/>
                <a:ea typeface="Kosugi Maru"/>
                <a:cs typeface="Kosugi Maru"/>
                <a:sym typeface="Kosugi Maru"/>
              </a:rPr>
              <a:t>それでは</a:t>
            </a:r>
            <a:endParaRPr b="0" i="0" sz="4400" u="none" cap="none" strike="noStrike">
              <a:solidFill>
                <a:schemeClr val="dk1"/>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4400"/>
              <a:buFont typeface="Arial"/>
              <a:buNone/>
            </a:pPr>
            <a:r>
              <a:rPr b="0" i="0" lang="ja" sz="4400" u="none" cap="none" strike="noStrike">
                <a:solidFill>
                  <a:srgbClr val="EF84C9"/>
                </a:solidFill>
                <a:latin typeface="Kosugi Maru"/>
                <a:ea typeface="Kosugi Maru"/>
                <a:cs typeface="Kosugi Maru"/>
                <a:sym typeface="Kosugi Maru"/>
              </a:rPr>
              <a:t>まみ先生</a:t>
            </a:r>
            <a:endParaRPr b="0" i="0" sz="4400" u="none" cap="none" strike="noStrike">
              <a:solidFill>
                <a:srgbClr val="EF84C9"/>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4400"/>
              <a:buFont typeface="Arial"/>
              <a:buNone/>
            </a:pPr>
            <a:r>
              <a:rPr b="0" i="0" lang="ja" sz="4400" u="none" cap="none" strike="noStrike">
                <a:solidFill>
                  <a:schemeClr val="dk1"/>
                </a:solidFill>
                <a:latin typeface="Kosugi Maru"/>
                <a:ea typeface="Kosugi Maru"/>
                <a:cs typeface="Kosugi Maru"/>
                <a:sym typeface="Kosugi Maru"/>
              </a:rPr>
              <a:t>よろしくお願い致します</a:t>
            </a:r>
            <a:endParaRPr b="0" i="0" sz="4400" u="none" cap="none" strike="noStrike">
              <a:solidFill>
                <a:schemeClr val="dk1"/>
              </a:solidFill>
              <a:latin typeface="Kosugi Maru"/>
              <a:ea typeface="Kosugi Maru"/>
              <a:cs typeface="Kosugi Maru"/>
              <a:sym typeface="Kosugi Maru"/>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8"/>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205" name="Google Shape;205;p8"/>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206" name="Google Shape;206;p8"/>
          <p:cNvSpPr txBox="1"/>
          <p:nvPr/>
        </p:nvSpPr>
        <p:spPr>
          <a:xfrm>
            <a:off x="1387675" y="1912650"/>
            <a:ext cx="6368700" cy="13182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3500"/>
              <a:buFont typeface="Arial"/>
              <a:buNone/>
            </a:pPr>
            <a:r>
              <a:rPr b="0" i="0" lang="ja" sz="3500" u="none" cap="none" strike="noStrike">
                <a:solidFill>
                  <a:srgbClr val="434343"/>
                </a:solidFill>
                <a:latin typeface="Kosugi Maru"/>
                <a:ea typeface="Kosugi Maru"/>
                <a:cs typeface="Kosugi Maru"/>
                <a:sym typeface="Kosugi Maru"/>
              </a:rPr>
              <a:t>Day1の振り返りを</a:t>
            </a:r>
            <a:endParaRPr b="0" i="0" sz="35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500"/>
              <a:buFont typeface="Arial"/>
              <a:buNone/>
            </a:pPr>
            <a:r>
              <a:rPr b="0" i="0" lang="ja" sz="3500" u="none" cap="none" strike="noStrike">
                <a:solidFill>
                  <a:srgbClr val="434343"/>
                </a:solidFill>
                <a:latin typeface="Kosugi Maru"/>
                <a:ea typeface="Kosugi Maru"/>
                <a:cs typeface="Kosugi Maru"/>
                <a:sym typeface="Kosugi Maru"/>
              </a:rPr>
              <a:t>少しさせてください</a:t>
            </a:r>
            <a:endParaRPr b="0" i="0" sz="35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9"/>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213" name="Google Shape;213;p9"/>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214" name="Google Shape;214;p9"/>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元々は専業主婦でした</a:t>
            </a:r>
            <a:endParaRPr b="0" i="0" sz="3200" u="none" cap="none" strike="noStrike">
              <a:solidFill>
                <a:srgbClr val="434343"/>
              </a:solidFill>
              <a:latin typeface="Kosugi Maru"/>
              <a:ea typeface="Kosugi Maru"/>
              <a:cs typeface="Kosugi Maru"/>
              <a:sym typeface="Kosugi Maru"/>
            </a:endParaRPr>
          </a:p>
        </p:txBody>
      </p:sp>
      <p:sp>
        <p:nvSpPr>
          <p:cNvPr id="215" name="Google Shape;215;p9"/>
          <p:cNvSpPr txBox="1"/>
          <p:nvPr/>
        </p:nvSpPr>
        <p:spPr>
          <a:xfrm>
            <a:off x="828450" y="1256600"/>
            <a:ext cx="8174100" cy="26751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chemeClr val="dk1"/>
              </a:buClr>
              <a:buSzPts val="1100"/>
              <a:buFont typeface="Arial"/>
              <a:buNone/>
            </a:pPr>
            <a:r>
              <a:rPr b="0" i="0" lang="ja" sz="2600" u="none" cap="none" strike="noStrike">
                <a:solidFill>
                  <a:schemeClr val="dk1"/>
                </a:solidFill>
                <a:latin typeface="Kosugi Maru"/>
                <a:ea typeface="Kosugi Maru"/>
                <a:cs typeface="Kosugi Maru"/>
                <a:sym typeface="Kosugi Maru"/>
              </a:rPr>
              <a:t>普通の会社員と主婦の一般的な家庭で・・・</a:t>
            </a:r>
            <a:endParaRPr b="0" i="0" sz="26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EF84C9"/>
                </a:solidFill>
                <a:latin typeface="Kosugi Maru"/>
                <a:ea typeface="Kosugi Maru"/>
                <a:cs typeface="Kosugi Maru"/>
                <a:sym typeface="Kosugi Maru"/>
              </a:rPr>
              <a:t>長男：医者（医学部卒）</a:t>
            </a:r>
            <a:endParaRPr b="0" i="0" sz="3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EF84C9"/>
                </a:solidFill>
                <a:latin typeface="Kosugi Maru"/>
                <a:ea typeface="Kosugi Maru"/>
                <a:cs typeface="Kosugi Maru"/>
                <a:sym typeface="Kosugi Maru"/>
              </a:rPr>
              <a:t>長女：幼稚園教諭（教育学部卒、特待生）</a:t>
            </a:r>
            <a:endParaRPr b="0" i="0" sz="30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EF84C9"/>
                </a:solidFill>
                <a:latin typeface="Kosugi Maru"/>
                <a:ea typeface="Kosugi Maru"/>
                <a:cs typeface="Kosugi Maru"/>
                <a:sym typeface="Kosugi Maru"/>
              </a:rPr>
              <a:t>次男：独立行政法人職員（国立大学卒）</a:t>
            </a:r>
            <a:endParaRPr b="0" i="0" sz="3000" u="none" cap="none" strike="noStrike">
              <a:solidFill>
                <a:srgbClr val="EF84C9"/>
              </a:solidFill>
              <a:latin typeface="Kosugi Maru"/>
              <a:ea typeface="Kosugi Maru"/>
              <a:cs typeface="Kosugi Maru"/>
              <a:sym typeface="Kosugi Maru"/>
            </a:endParaRPr>
          </a:p>
        </p:txBody>
      </p:sp>
      <p:cxnSp>
        <p:nvCxnSpPr>
          <p:cNvPr id="216" name="Google Shape;216;p9"/>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217" name="Google Shape;217;p9"/>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0"/>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224" name="Google Shape;224;p10"/>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225" name="Google Shape;225;p10"/>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起業のきっかけ</a:t>
            </a:r>
            <a:endParaRPr b="0" i="0" sz="3200" u="none" cap="none" strike="noStrike">
              <a:solidFill>
                <a:srgbClr val="434343"/>
              </a:solidFill>
              <a:latin typeface="Kosugi Maru"/>
              <a:ea typeface="Kosugi Maru"/>
              <a:cs typeface="Kosugi Maru"/>
              <a:sym typeface="Kosugi Maru"/>
            </a:endParaRPr>
          </a:p>
        </p:txBody>
      </p:sp>
      <p:cxnSp>
        <p:nvCxnSpPr>
          <p:cNvPr id="226" name="Google Shape;226;p10"/>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227" name="Google Shape;227;p10"/>
          <p:cNvSpPr txBox="1"/>
          <p:nvPr/>
        </p:nvSpPr>
        <p:spPr>
          <a:xfrm>
            <a:off x="1442325" y="2501950"/>
            <a:ext cx="67536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で・・・</a:t>
            </a:r>
            <a:endParaRPr b="0" i="0" sz="3000" u="none" cap="none" strike="noStrike">
              <a:solidFill>
                <a:srgbClr val="434343"/>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子育てがひと段落したタイミングから</a:t>
            </a:r>
            <a:endParaRPr b="0" i="0" sz="3000" u="none" cap="none" strike="noStrike">
              <a:solidFill>
                <a:srgbClr val="434343"/>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ベビーマッサージ講師やベビー専門フォトグラファーの仕事を始めました</a:t>
            </a:r>
            <a:endParaRPr b="0" i="0" sz="3000" u="none" cap="none" strike="noStrike">
              <a:solidFill>
                <a:srgbClr val="434343"/>
              </a:solidFill>
              <a:latin typeface="Kosugi Maru"/>
              <a:ea typeface="Kosugi Maru"/>
              <a:cs typeface="Kosugi Maru"/>
              <a:sym typeface="Kosugi Maru"/>
            </a:endParaRPr>
          </a:p>
        </p:txBody>
      </p:sp>
      <p:sp>
        <p:nvSpPr>
          <p:cNvPr id="228" name="Google Shape;228;p10"/>
          <p:cNvSpPr txBox="1"/>
          <p:nvPr/>
        </p:nvSpPr>
        <p:spPr>
          <a:xfrm>
            <a:off x="1389300" y="1232688"/>
            <a:ext cx="6753600" cy="98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ある時、長男に言われました</a:t>
            </a:r>
            <a:endParaRPr b="0" i="0" sz="2600" u="none" cap="none" strike="noStrike">
              <a:solidFill>
                <a:srgbClr val="434343"/>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「なんでお母さん働かないの？」</a:t>
            </a:r>
            <a:endParaRPr b="0" i="0" sz="2600" u="none" cap="none" strike="noStrike">
              <a:solidFill>
                <a:srgbClr val="434343"/>
              </a:solidFill>
              <a:latin typeface="Kosugi Maru"/>
              <a:ea typeface="Kosugi Maru"/>
              <a:cs typeface="Kosugi Maru"/>
              <a:sym typeface="Kosugi Maru"/>
            </a:endParaRPr>
          </a:p>
        </p:txBody>
      </p:sp>
      <p:sp>
        <p:nvSpPr>
          <p:cNvPr id="229" name="Google Shape;229;p10"/>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236" name="Google Shape;236;p11"/>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237" name="Google Shape;237;p11"/>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ある時、お客様から聞かれました</a:t>
            </a:r>
            <a:endParaRPr b="0" i="0" sz="3200" u="none" cap="none" strike="noStrike">
              <a:solidFill>
                <a:srgbClr val="434343"/>
              </a:solidFill>
              <a:latin typeface="Kosugi Maru"/>
              <a:ea typeface="Kosugi Maru"/>
              <a:cs typeface="Kosugi Maru"/>
              <a:sym typeface="Kosugi Maru"/>
            </a:endParaRPr>
          </a:p>
        </p:txBody>
      </p:sp>
      <p:cxnSp>
        <p:nvCxnSpPr>
          <p:cNvPr id="238" name="Google Shape;238;p11"/>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239" name="Google Shape;239;p11"/>
          <p:cNvSpPr txBox="1"/>
          <p:nvPr/>
        </p:nvSpPr>
        <p:spPr>
          <a:xfrm>
            <a:off x="1395800" y="1152113"/>
            <a:ext cx="6753600" cy="178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ja" sz="2600" u="none" cap="none" strike="noStrike">
                <a:solidFill>
                  <a:srgbClr val="EF84C9"/>
                </a:solidFill>
                <a:latin typeface="Kosugi Maru"/>
                <a:ea typeface="Kosugi Maru"/>
                <a:cs typeface="Kosugi Maru"/>
                <a:sym typeface="Kosugi Maru"/>
              </a:rPr>
              <a:t>地元で皆んなが知ってる進学校、</a:t>
            </a:r>
            <a:endParaRPr b="0" i="0" sz="2600" u="none" cap="none" strike="noStrike">
              <a:solidFill>
                <a:srgbClr val="EF84C9"/>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600"/>
              <a:buFont typeface="Arial"/>
              <a:buNone/>
            </a:pPr>
            <a:r>
              <a:rPr b="0" i="0" lang="ja" sz="2600" u="none" cap="none" strike="noStrike">
                <a:solidFill>
                  <a:srgbClr val="EF84C9"/>
                </a:solidFill>
                <a:latin typeface="Kosugi Maru"/>
                <a:ea typeface="Kosugi Maru"/>
                <a:cs typeface="Kosugi Maru"/>
                <a:sym typeface="Kosugi Maru"/>
              </a:rPr>
              <a:t>挨拶しっかり＆兄弟の仲もいい</a:t>
            </a:r>
            <a:endParaRPr b="0" i="0" sz="2600" u="none" cap="none" strike="noStrike">
              <a:solidFill>
                <a:srgbClr val="EF84C9"/>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EF84C9"/>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そんな子ども達を見たお客様から質問が</a:t>
            </a:r>
            <a:endParaRPr b="0" i="0" sz="2600" u="none" cap="none" strike="noStrike">
              <a:solidFill>
                <a:srgbClr val="434343"/>
              </a:solidFill>
              <a:latin typeface="Kosugi Maru"/>
              <a:ea typeface="Kosugi Maru"/>
              <a:cs typeface="Kosugi Maru"/>
              <a:sym typeface="Kosugi Maru"/>
            </a:endParaRPr>
          </a:p>
        </p:txBody>
      </p:sp>
      <p:sp>
        <p:nvSpPr>
          <p:cNvPr id="240" name="Google Shape;240;p11"/>
          <p:cNvSpPr txBox="1"/>
          <p:nvPr/>
        </p:nvSpPr>
        <p:spPr>
          <a:xfrm>
            <a:off x="736800" y="3070127"/>
            <a:ext cx="7670400" cy="1446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100"/>
              <a:buFont typeface="Arial"/>
              <a:buNone/>
            </a:pPr>
            <a:r>
              <a:rPr b="0" i="0" lang="ja" sz="4100" u="none" cap="none" strike="noStrike">
                <a:solidFill>
                  <a:srgbClr val="EF84C9"/>
                </a:solidFill>
                <a:latin typeface="Kosugi Maru"/>
                <a:ea typeface="Kosugi Maru"/>
                <a:cs typeface="Kosugi Maru"/>
                <a:sym typeface="Kosugi Maru"/>
              </a:rPr>
              <a:t>「どうやってそんなお子様を</a:t>
            </a:r>
            <a:endParaRPr b="0" i="0" sz="4100" u="none" cap="none" strike="noStrike">
              <a:solidFill>
                <a:srgbClr val="EF84C9"/>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4100"/>
              <a:buFont typeface="Arial"/>
              <a:buNone/>
            </a:pPr>
            <a:r>
              <a:rPr b="0" i="0" lang="ja" sz="4100" u="none" cap="none" strike="noStrike">
                <a:solidFill>
                  <a:srgbClr val="EF84C9"/>
                </a:solidFill>
                <a:latin typeface="Kosugi Maru"/>
                <a:ea typeface="Kosugi Maru"/>
                <a:cs typeface="Kosugi Maru"/>
                <a:sym typeface="Kosugi Maru"/>
              </a:rPr>
              <a:t>　育てられたんですか？」</a:t>
            </a:r>
            <a:endParaRPr b="0" i="0" sz="4100" u="none" cap="none" strike="noStrike">
              <a:solidFill>
                <a:srgbClr val="EF84C9"/>
              </a:solidFill>
              <a:latin typeface="Kosugi Maru"/>
              <a:ea typeface="Kosugi Maru"/>
              <a:cs typeface="Kosugi Maru"/>
              <a:sym typeface="Kosugi Maru"/>
            </a:endParaRPr>
          </a:p>
        </p:txBody>
      </p:sp>
      <p:sp>
        <p:nvSpPr>
          <p:cNvPr id="241" name="Google Shape;241;p11"/>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2"/>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248" name="Google Shape;248;p12"/>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249" name="Google Shape;249;p12"/>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あれ、うまくいかない？</a:t>
            </a:r>
            <a:endParaRPr b="0" i="0" sz="3200" u="none" cap="none" strike="noStrike">
              <a:solidFill>
                <a:srgbClr val="434343"/>
              </a:solidFill>
              <a:latin typeface="Kosugi Maru"/>
              <a:ea typeface="Kosugi Maru"/>
              <a:cs typeface="Kosugi Maru"/>
              <a:sym typeface="Kosugi Maru"/>
            </a:endParaRPr>
          </a:p>
        </p:txBody>
      </p:sp>
      <p:cxnSp>
        <p:nvCxnSpPr>
          <p:cNvPr id="250" name="Google Shape;250;p12"/>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251" name="Google Shape;251;p12"/>
          <p:cNvSpPr txBox="1"/>
          <p:nvPr/>
        </p:nvSpPr>
        <p:spPr>
          <a:xfrm>
            <a:off x="1407338" y="1643925"/>
            <a:ext cx="6329400" cy="1077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900"/>
              <a:buFont typeface="Arial"/>
              <a:buNone/>
            </a:pPr>
            <a:r>
              <a:rPr b="0" i="0" lang="ja" sz="2900" u="none" cap="none" strike="noStrike">
                <a:solidFill>
                  <a:srgbClr val="434343"/>
                </a:solidFill>
                <a:latin typeface="Kosugi Maru"/>
                <a:ea typeface="Kosugi Maru"/>
                <a:cs typeface="Kosugi Maru"/>
                <a:sym typeface="Kosugi Maru"/>
              </a:rPr>
              <a:t>はじめは”まみ式育て方”を</a:t>
            </a:r>
            <a:endParaRPr b="0" i="0" sz="2900" u="none" cap="none" strike="noStrike">
              <a:solidFill>
                <a:srgbClr val="434343"/>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2900"/>
              <a:buFont typeface="Arial"/>
              <a:buNone/>
            </a:pPr>
            <a:r>
              <a:rPr b="0" i="0" lang="ja" sz="2900" u="none" cap="none" strike="noStrike">
                <a:solidFill>
                  <a:srgbClr val="434343"/>
                </a:solidFill>
                <a:latin typeface="Kosugi Maru"/>
                <a:ea typeface="Kosugi Maru"/>
                <a:cs typeface="Kosugi Maru"/>
                <a:sym typeface="Kosugi Maru"/>
              </a:rPr>
              <a:t>そのまま伝えようとした</a:t>
            </a:r>
            <a:endParaRPr b="0" i="0" sz="2900" u="none" cap="none" strike="noStrike">
              <a:solidFill>
                <a:srgbClr val="434343"/>
              </a:solidFill>
              <a:latin typeface="Kosugi Maru"/>
              <a:ea typeface="Kosugi Maru"/>
              <a:cs typeface="Kosugi Maru"/>
              <a:sym typeface="Kosugi Maru"/>
            </a:endParaRPr>
          </a:p>
        </p:txBody>
      </p:sp>
      <p:sp>
        <p:nvSpPr>
          <p:cNvPr id="252" name="Google Shape;252;p12"/>
          <p:cNvSpPr txBox="1"/>
          <p:nvPr/>
        </p:nvSpPr>
        <p:spPr>
          <a:xfrm>
            <a:off x="1407313" y="3022575"/>
            <a:ext cx="6329400" cy="1077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900"/>
              <a:buFont typeface="Arial"/>
              <a:buNone/>
            </a:pPr>
            <a:r>
              <a:rPr b="0" i="0" lang="ja" sz="2900" u="none" cap="none" strike="noStrike">
                <a:solidFill>
                  <a:srgbClr val="3C78D8"/>
                </a:solidFill>
                <a:latin typeface="Kosugi Maru"/>
                <a:ea typeface="Kosugi Maru"/>
                <a:cs typeface="Kosugi Maru"/>
                <a:sym typeface="Kosugi Maru"/>
              </a:rPr>
              <a:t>ケースが当てはまらないことが</a:t>
            </a:r>
            <a:endParaRPr b="0" i="0" sz="2900" u="none" cap="none" strike="noStrike">
              <a:solidFill>
                <a:srgbClr val="3C78D8"/>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2900"/>
              <a:buFont typeface="Arial"/>
              <a:buNone/>
            </a:pPr>
            <a:r>
              <a:rPr b="0" i="0" lang="ja" sz="2900" u="none" cap="none" strike="noStrike">
                <a:solidFill>
                  <a:srgbClr val="3C78D8"/>
                </a:solidFill>
                <a:latin typeface="Kosugi Maru"/>
                <a:ea typeface="Kosugi Maru"/>
                <a:cs typeface="Kosugi Maru"/>
                <a:sym typeface="Kosugi Maru"/>
              </a:rPr>
              <a:t>たくさん出てきた💦</a:t>
            </a:r>
            <a:endParaRPr b="0" i="0" sz="2900" u="none" cap="none" strike="noStrike">
              <a:solidFill>
                <a:srgbClr val="3C78D8"/>
              </a:solidFill>
              <a:latin typeface="Kosugi Maru"/>
              <a:ea typeface="Kosugi Maru"/>
              <a:cs typeface="Kosugi Maru"/>
              <a:sym typeface="Kosugi Maru"/>
            </a:endParaRPr>
          </a:p>
        </p:txBody>
      </p:sp>
      <p:sp>
        <p:nvSpPr>
          <p:cNvPr id="253" name="Google Shape;253;p12"/>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3"/>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260" name="Google Shape;260;p13"/>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261" name="Google Shape;261;p13"/>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全部を伝えちゃダメかも？</a:t>
            </a:r>
            <a:endParaRPr b="0" i="0" sz="3200" u="none" cap="none" strike="noStrike">
              <a:solidFill>
                <a:srgbClr val="434343"/>
              </a:solidFill>
              <a:latin typeface="Kosugi Maru"/>
              <a:ea typeface="Kosugi Maru"/>
              <a:cs typeface="Kosugi Maru"/>
              <a:sym typeface="Kosugi Maru"/>
            </a:endParaRPr>
          </a:p>
        </p:txBody>
      </p:sp>
      <p:cxnSp>
        <p:nvCxnSpPr>
          <p:cNvPr id="262" name="Google Shape;262;p13"/>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263" name="Google Shape;263;p13"/>
          <p:cNvSpPr txBox="1"/>
          <p:nvPr/>
        </p:nvSpPr>
        <p:spPr>
          <a:xfrm>
            <a:off x="1338325" y="1421075"/>
            <a:ext cx="6467400" cy="98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そもそも時間も心の余裕もないママに</a:t>
            </a:r>
            <a:endParaRPr b="0" i="0" sz="2600" u="none" cap="none" strike="noStrike">
              <a:solidFill>
                <a:srgbClr val="434343"/>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たくさんのこと伝えては駄目かも</a:t>
            </a:r>
            <a:endParaRPr b="0" i="0" sz="2600" u="none" cap="none" strike="noStrike">
              <a:solidFill>
                <a:srgbClr val="434343"/>
              </a:solidFill>
              <a:latin typeface="Kosugi Maru"/>
              <a:ea typeface="Kosugi Maru"/>
              <a:cs typeface="Kosugi Maru"/>
              <a:sym typeface="Kosugi Maru"/>
            </a:endParaRPr>
          </a:p>
        </p:txBody>
      </p:sp>
      <p:sp>
        <p:nvSpPr>
          <p:cNvPr id="264" name="Google Shape;264;p13"/>
          <p:cNvSpPr txBox="1"/>
          <p:nvPr/>
        </p:nvSpPr>
        <p:spPr>
          <a:xfrm>
            <a:off x="1338300" y="3287600"/>
            <a:ext cx="64674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F84C9"/>
                </a:solidFill>
                <a:latin typeface="Kosugi Maru"/>
                <a:ea typeface="Kosugi Maru"/>
                <a:cs typeface="Kosugi Maru"/>
                <a:sym typeface="Kosugi Maru"/>
              </a:rPr>
              <a:t>時間がなくてもできる</a:t>
            </a:r>
            <a:endParaRPr b="0" i="0" sz="2600" u="none" cap="none" strike="noStrike">
              <a:solidFill>
                <a:srgbClr val="EF84C9"/>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2600"/>
              <a:buFont typeface="Arial"/>
              <a:buNone/>
            </a:pPr>
            <a:r>
              <a:rPr b="0" i="0" lang="ja" sz="2600" u="none" cap="none" strike="noStrike">
                <a:solidFill>
                  <a:srgbClr val="EF84C9"/>
                </a:solidFill>
                <a:latin typeface="Kosugi Maru"/>
                <a:ea typeface="Kosugi Maru"/>
                <a:cs typeface="Kosugi Maru"/>
                <a:sym typeface="Kosugi Maru"/>
              </a:rPr>
              <a:t>ママが楽（ラク）になる方法を探した</a:t>
            </a:r>
            <a:endParaRPr b="0" i="0" sz="2600" u="none" cap="none" strike="noStrike">
              <a:solidFill>
                <a:srgbClr val="EF84C9"/>
              </a:solidFill>
              <a:latin typeface="Kosugi Maru"/>
              <a:ea typeface="Kosugi Maru"/>
              <a:cs typeface="Kosugi Maru"/>
              <a:sym typeface="Kosugi Maru"/>
            </a:endParaRPr>
          </a:p>
        </p:txBody>
      </p:sp>
      <p:sp>
        <p:nvSpPr>
          <p:cNvPr id="265" name="Google Shape;265;p13"/>
          <p:cNvSpPr/>
          <p:nvPr/>
        </p:nvSpPr>
        <p:spPr>
          <a:xfrm>
            <a:off x="4073575" y="2468275"/>
            <a:ext cx="996900" cy="524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66" name="Google Shape;266;p13"/>
          <p:cNvPicPr preferRelativeResize="0"/>
          <p:nvPr/>
        </p:nvPicPr>
        <p:blipFill rotWithShape="1">
          <a:blip r:embed="rId3">
            <a:alphaModFix/>
          </a:blip>
          <a:srcRect b="0" l="0" r="0" t="0"/>
          <a:stretch/>
        </p:blipFill>
        <p:spPr>
          <a:xfrm>
            <a:off x="7167225" y="2098837"/>
            <a:ext cx="1834375" cy="1589325"/>
          </a:xfrm>
          <a:prstGeom prst="rect">
            <a:avLst/>
          </a:prstGeom>
          <a:noFill/>
          <a:ln>
            <a:noFill/>
          </a:ln>
        </p:spPr>
      </p:pic>
      <p:sp>
        <p:nvSpPr>
          <p:cNvPr id="267" name="Google Shape;267;p13"/>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4"/>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274" name="Google Shape;274;p14"/>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275" name="Google Shape;275;p14"/>
          <p:cNvSpPr txBox="1"/>
          <p:nvPr/>
        </p:nvSpPr>
        <p:spPr>
          <a:xfrm>
            <a:off x="539050" y="1590775"/>
            <a:ext cx="8208600" cy="1862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それが・・・</a:t>
            </a:r>
            <a:endParaRPr b="0" i="0" sz="3000" u="none" cap="none" strike="noStrike">
              <a:solidFill>
                <a:schemeClr val="dk1"/>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4000"/>
              <a:buFont typeface="Arial"/>
              <a:buNone/>
            </a:pPr>
            <a:r>
              <a:rPr b="0" i="0" lang="ja" sz="4000" u="none" cap="none" strike="noStrike">
                <a:solidFill>
                  <a:srgbClr val="EF84C9"/>
                </a:solidFill>
                <a:latin typeface="Kosugi Maru"/>
                <a:ea typeface="Kosugi Maru"/>
                <a:cs typeface="Kosugi Maru"/>
                <a:sym typeface="Kosugi Maru"/>
              </a:rPr>
              <a:t>"１秒育脳®︎"</a:t>
            </a:r>
            <a:r>
              <a:rPr b="0" i="0" lang="ja" sz="3000" u="none" cap="none" strike="noStrike">
                <a:solidFill>
                  <a:schemeClr val="dk1"/>
                </a:solidFill>
                <a:latin typeface="Kosugi Maru"/>
                <a:ea typeface="Kosugi Maru"/>
                <a:cs typeface="Kosugi Maru"/>
                <a:sym typeface="Kosugi Maru"/>
              </a:rPr>
              <a:t>のはじまり</a:t>
            </a:r>
            <a:endParaRPr b="0" i="0" sz="3000" u="none" cap="none" strike="noStrike">
              <a:solidFill>
                <a:schemeClr val="dk1"/>
              </a:solidFill>
              <a:latin typeface="Kosugi Maru"/>
              <a:ea typeface="Kosugi Maru"/>
              <a:cs typeface="Kosugi Maru"/>
              <a:sym typeface="Kosugi Maru"/>
            </a:endParaRPr>
          </a:p>
        </p:txBody>
      </p:sp>
      <p:pic>
        <p:nvPicPr>
          <p:cNvPr id="276" name="Google Shape;276;p14"/>
          <p:cNvPicPr preferRelativeResize="0"/>
          <p:nvPr/>
        </p:nvPicPr>
        <p:blipFill rotWithShape="1">
          <a:blip r:embed="rId3">
            <a:alphaModFix/>
          </a:blip>
          <a:srcRect b="0" l="0" r="0" t="0"/>
          <a:stretch/>
        </p:blipFill>
        <p:spPr>
          <a:xfrm>
            <a:off x="7423475" y="3062150"/>
            <a:ext cx="1561350" cy="1529975"/>
          </a:xfrm>
          <a:prstGeom prst="rect">
            <a:avLst/>
          </a:prstGeom>
          <a:noFill/>
          <a:ln>
            <a:noFill/>
          </a:ln>
        </p:spPr>
      </p:pic>
      <p:sp>
        <p:nvSpPr>
          <p:cNvPr id="277" name="Google Shape;277;p14"/>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5"/>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284" name="Google Shape;284;p15"/>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285" name="Google Shape;285;p15"/>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１秒育脳®︎を取り入れたところ</a:t>
            </a:r>
            <a:endParaRPr b="0" i="0" sz="3200" u="none" cap="none" strike="noStrike">
              <a:solidFill>
                <a:srgbClr val="434343"/>
              </a:solidFill>
              <a:latin typeface="Kosugi Maru"/>
              <a:ea typeface="Kosugi Maru"/>
              <a:cs typeface="Kosugi Maru"/>
              <a:sym typeface="Kosugi Maru"/>
            </a:endParaRPr>
          </a:p>
        </p:txBody>
      </p:sp>
      <p:cxnSp>
        <p:nvCxnSpPr>
          <p:cNvPr id="286" name="Google Shape;286;p15"/>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287" name="Google Shape;287;p15"/>
          <p:cNvSpPr txBox="1"/>
          <p:nvPr/>
        </p:nvSpPr>
        <p:spPr>
          <a:xfrm>
            <a:off x="1407288" y="1156075"/>
            <a:ext cx="6329400" cy="631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900"/>
              <a:buFont typeface="Arial"/>
              <a:buNone/>
            </a:pPr>
            <a:r>
              <a:rPr b="0" i="0" lang="ja" sz="2900" u="none" cap="none" strike="noStrike">
                <a:solidFill>
                  <a:srgbClr val="434343"/>
                </a:solidFill>
                <a:latin typeface="Kosugi Maru"/>
                <a:ea typeface="Kosugi Maru"/>
                <a:cs typeface="Kosugi Maru"/>
                <a:sym typeface="Kosugi Maru"/>
              </a:rPr>
              <a:t>ママ達から喜びの声が！！</a:t>
            </a:r>
            <a:endParaRPr b="0" i="0" sz="2900" u="none" cap="none" strike="noStrike">
              <a:solidFill>
                <a:srgbClr val="434343"/>
              </a:solidFill>
              <a:latin typeface="Kosugi Maru"/>
              <a:ea typeface="Kosugi Maru"/>
              <a:cs typeface="Kosugi Maru"/>
              <a:sym typeface="Kosugi Maru"/>
            </a:endParaRPr>
          </a:p>
        </p:txBody>
      </p:sp>
      <p:pic>
        <p:nvPicPr>
          <p:cNvPr id="288" name="Google Shape;288;p15"/>
          <p:cNvPicPr preferRelativeResize="0"/>
          <p:nvPr/>
        </p:nvPicPr>
        <p:blipFill rotWithShape="1">
          <a:blip r:embed="rId3">
            <a:alphaModFix/>
          </a:blip>
          <a:srcRect b="0" l="0" r="0" t="0"/>
          <a:stretch/>
        </p:blipFill>
        <p:spPr>
          <a:xfrm>
            <a:off x="534175" y="2153875"/>
            <a:ext cx="2157675" cy="1931475"/>
          </a:xfrm>
          <a:prstGeom prst="rect">
            <a:avLst/>
          </a:prstGeom>
          <a:noFill/>
          <a:ln>
            <a:noFill/>
          </a:ln>
        </p:spPr>
      </p:pic>
      <p:sp>
        <p:nvSpPr>
          <p:cNvPr id="289" name="Google Shape;289;p15"/>
          <p:cNvSpPr/>
          <p:nvPr/>
        </p:nvSpPr>
        <p:spPr>
          <a:xfrm>
            <a:off x="3222150" y="1843813"/>
            <a:ext cx="4178400" cy="536400"/>
          </a:xfrm>
          <a:prstGeom prst="wedgeRoundRectCallout">
            <a:avLst>
              <a:gd fmla="val -60553" name="adj1"/>
              <a:gd fmla="val -285" name="adj2"/>
              <a:gd fmla="val 0" name="adj3"/>
            </a:avLst>
          </a:prstGeom>
          <a:solidFill>
            <a:srgbClr val="FFE5F6"/>
          </a:solidFill>
          <a:ln cap="flat" cmpd="sng" w="38100">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434343"/>
                </a:solidFill>
                <a:latin typeface="Kosugi Maru"/>
                <a:ea typeface="Kosugi Maru"/>
                <a:cs typeface="Kosugi Maru"/>
                <a:sym typeface="Kosugi Maru"/>
              </a:rPr>
              <a:t>　これならできる！</a:t>
            </a:r>
            <a:endParaRPr b="0" i="0" sz="2000" u="none" cap="none" strike="noStrike">
              <a:solidFill>
                <a:srgbClr val="434343"/>
              </a:solidFill>
              <a:latin typeface="Kosugi Maru"/>
              <a:ea typeface="Kosugi Maru"/>
              <a:cs typeface="Kosugi Maru"/>
              <a:sym typeface="Kosugi Maru"/>
            </a:endParaRPr>
          </a:p>
        </p:txBody>
      </p:sp>
      <p:sp>
        <p:nvSpPr>
          <p:cNvPr id="290" name="Google Shape;290;p15"/>
          <p:cNvSpPr/>
          <p:nvPr/>
        </p:nvSpPr>
        <p:spPr>
          <a:xfrm>
            <a:off x="3222150" y="2526850"/>
            <a:ext cx="4178400" cy="677100"/>
          </a:xfrm>
          <a:prstGeom prst="wedgeRoundRectCallout">
            <a:avLst>
              <a:gd fmla="val -60553" name="adj1"/>
              <a:gd fmla="val -285" name="adj2"/>
              <a:gd fmla="val 0" name="adj3"/>
            </a:avLst>
          </a:prstGeom>
          <a:solidFill>
            <a:srgbClr val="FFE5F6"/>
          </a:solidFill>
          <a:ln cap="flat" cmpd="sng" w="38100">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434343"/>
                </a:solidFill>
                <a:latin typeface="Kosugi Maru"/>
                <a:ea typeface="Kosugi Maru"/>
                <a:cs typeface="Kosugi Maru"/>
                <a:sym typeface="Kosugi Maru"/>
              </a:rPr>
              <a:t>　触れ合いながら、遊びながら</a:t>
            </a:r>
            <a:endParaRPr b="0" i="0" sz="2000" u="none" cap="none" strike="noStrike">
              <a:solidFill>
                <a:srgbClr val="434343"/>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434343"/>
                </a:solidFill>
                <a:latin typeface="Kosugi Maru"/>
                <a:ea typeface="Kosugi Maru"/>
                <a:cs typeface="Kosugi Maru"/>
                <a:sym typeface="Kosugi Maru"/>
              </a:rPr>
              <a:t>　できるから自分も楽しい！</a:t>
            </a:r>
            <a:endParaRPr b="0" i="0" sz="2000" u="none" cap="none" strike="noStrike">
              <a:solidFill>
                <a:srgbClr val="434343"/>
              </a:solidFill>
              <a:latin typeface="Kosugi Maru"/>
              <a:ea typeface="Kosugi Maru"/>
              <a:cs typeface="Kosugi Maru"/>
              <a:sym typeface="Kosugi Maru"/>
            </a:endParaRPr>
          </a:p>
        </p:txBody>
      </p:sp>
      <p:sp>
        <p:nvSpPr>
          <p:cNvPr id="291" name="Google Shape;291;p15"/>
          <p:cNvSpPr/>
          <p:nvPr/>
        </p:nvSpPr>
        <p:spPr>
          <a:xfrm>
            <a:off x="3222150" y="3350588"/>
            <a:ext cx="4178400" cy="677100"/>
          </a:xfrm>
          <a:prstGeom prst="wedgeRoundRectCallout">
            <a:avLst>
              <a:gd fmla="val -58743" name="adj1"/>
              <a:gd fmla="val -41522" name="adj2"/>
              <a:gd fmla="val 0" name="adj3"/>
            </a:avLst>
          </a:prstGeom>
          <a:solidFill>
            <a:srgbClr val="FFE5F6"/>
          </a:solidFill>
          <a:ln cap="flat" cmpd="sng" w="38100">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434343"/>
                </a:solidFill>
                <a:latin typeface="Kosugi Maru"/>
                <a:ea typeface="Kosugi Maru"/>
                <a:cs typeface="Kosugi Maru"/>
                <a:sym typeface="Kosugi Maru"/>
              </a:rPr>
              <a:t>　１秒の触れ合いで</a:t>
            </a:r>
            <a:endParaRPr b="0" i="0" sz="2000" u="none" cap="none" strike="noStrike">
              <a:solidFill>
                <a:srgbClr val="434343"/>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434343"/>
                </a:solidFill>
                <a:latin typeface="Kosugi Maru"/>
                <a:ea typeface="Kosugi Maru"/>
                <a:cs typeface="Kosugi Maru"/>
                <a:sym typeface="Kosugi Maru"/>
              </a:rPr>
              <a:t>　子どもも笑っててビックリ!</a:t>
            </a:r>
            <a:endParaRPr b="0" i="0" sz="2000" u="none" cap="none" strike="noStrike">
              <a:solidFill>
                <a:srgbClr val="434343"/>
              </a:solidFill>
              <a:latin typeface="Kosugi Maru"/>
              <a:ea typeface="Kosugi Maru"/>
              <a:cs typeface="Kosugi Maru"/>
              <a:sym typeface="Kosugi Maru"/>
            </a:endParaRPr>
          </a:p>
        </p:txBody>
      </p:sp>
      <p:sp>
        <p:nvSpPr>
          <p:cNvPr id="292" name="Google Shape;292;p15"/>
          <p:cNvSpPr/>
          <p:nvPr/>
        </p:nvSpPr>
        <p:spPr>
          <a:xfrm>
            <a:off x="3222150" y="4174325"/>
            <a:ext cx="4178400" cy="536400"/>
          </a:xfrm>
          <a:prstGeom prst="wedgeRoundRectCallout">
            <a:avLst>
              <a:gd fmla="val -59391" name="adj1"/>
              <a:gd fmla="val -48348" name="adj2"/>
              <a:gd fmla="val 0" name="adj3"/>
            </a:avLst>
          </a:prstGeom>
          <a:solidFill>
            <a:srgbClr val="FFE5F6"/>
          </a:solidFill>
          <a:ln cap="flat" cmpd="sng" w="38100">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434343"/>
                </a:solidFill>
                <a:latin typeface="Kosugi Maru"/>
                <a:ea typeface="Kosugi Maru"/>
                <a:cs typeface="Kosugi Maru"/>
                <a:sym typeface="Kosugi Maru"/>
              </a:rPr>
              <a:t>　とっても簡単！！</a:t>
            </a:r>
            <a:endParaRPr b="0" i="0" sz="2000" u="none" cap="none" strike="noStrike">
              <a:solidFill>
                <a:srgbClr val="434343"/>
              </a:solidFill>
              <a:latin typeface="Kosugi Maru"/>
              <a:ea typeface="Kosugi Maru"/>
              <a:cs typeface="Kosugi Maru"/>
              <a:sym typeface="Kosugi Maru"/>
            </a:endParaRPr>
          </a:p>
        </p:txBody>
      </p:sp>
      <p:sp>
        <p:nvSpPr>
          <p:cNvPr id="293" name="Google Shape;293;p15"/>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300" name="Google Shape;300;p16"/>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301" name="Google Shape;301;p16"/>
          <p:cNvSpPr txBox="1"/>
          <p:nvPr/>
        </p:nvSpPr>
        <p:spPr>
          <a:xfrm>
            <a:off x="891175" y="402300"/>
            <a:ext cx="7361700" cy="38079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ママがラクになる＆賢い子どもが育つ</a:t>
            </a:r>
            <a:endParaRPr b="0" i="0" sz="3000" u="none" cap="none" strike="noStrike">
              <a:solidFill>
                <a:schemeClr val="dk1"/>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「そんなサービスをもっと知りたい」</a:t>
            </a:r>
            <a:endParaRPr b="0" i="0" sz="3000" u="none" cap="none" strike="noStrike">
              <a:solidFill>
                <a:schemeClr val="dk1"/>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「サービスを受けたい」</a:t>
            </a:r>
            <a:endParaRPr b="0" i="0" sz="3000" u="none" cap="none" strike="noStrike">
              <a:solidFill>
                <a:schemeClr val="dk1"/>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そう思うママがたくさんいるはず！</a:t>
            </a:r>
            <a:endParaRPr b="0" i="0" sz="30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7"/>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308" name="Google Shape;308;p17"/>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309" name="Google Shape;309;p17"/>
          <p:cNvSpPr txBox="1"/>
          <p:nvPr/>
        </p:nvSpPr>
        <p:spPr>
          <a:xfrm>
            <a:off x="975100" y="1925000"/>
            <a:ext cx="7361700" cy="17484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chemeClr val="dk1"/>
              </a:buClr>
              <a:buSzPts val="1100"/>
              <a:buFont typeface="Arial"/>
              <a:buNone/>
            </a:pPr>
            <a:r>
              <a:rPr b="0" i="0" lang="ja" sz="4800" u="none" cap="none" strike="noStrike">
                <a:solidFill>
                  <a:srgbClr val="EF84C9"/>
                </a:solidFill>
                <a:latin typeface="Kosugi Maru"/>
                <a:ea typeface="Kosugi Maru"/>
                <a:cs typeface="Kosugi Maru"/>
                <a:sym typeface="Kosugi Maru"/>
              </a:rPr>
              <a:t>サービスが軌道に乗って</a:t>
            </a:r>
            <a:endParaRPr b="0" i="0" sz="4800" u="none" cap="none" strike="noStrike">
              <a:solidFill>
                <a:srgbClr val="EF84C9"/>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4800"/>
              <a:buFont typeface="Arial"/>
              <a:buNone/>
            </a:pPr>
            <a:r>
              <a:rPr b="0" i="0" lang="ja" sz="4800" u="none" cap="none" strike="noStrike">
                <a:solidFill>
                  <a:srgbClr val="EF84C9"/>
                </a:solidFill>
                <a:latin typeface="Kosugi Maru"/>
                <a:ea typeface="Kosugi Maru"/>
                <a:cs typeface="Kosugi Maru"/>
                <a:sym typeface="Kosugi Maru"/>
              </a:rPr>
              <a:t>収益が安定した</a:t>
            </a:r>
            <a:endParaRPr b="0" i="0" sz="4800" u="none" cap="none" strike="noStrike">
              <a:solidFill>
                <a:srgbClr val="EF84C9"/>
              </a:solidFill>
              <a:latin typeface="Kosugi Maru"/>
              <a:ea typeface="Kosugi Maru"/>
              <a:cs typeface="Kosugi Maru"/>
              <a:sym typeface="Kosugi Maru"/>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8"/>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316" name="Google Shape;316;p18"/>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317" name="Google Shape;317;p18"/>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収益が安定して気づいたこと</a:t>
            </a:r>
            <a:endParaRPr b="0" i="0" sz="2600" u="none" cap="none" strike="noStrike">
              <a:solidFill>
                <a:srgbClr val="434343"/>
              </a:solidFill>
              <a:latin typeface="Kosugi Maru"/>
              <a:ea typeface="Kosugi Maru"/>
              <a:cs typeface="Kosugi Maru"/>
              <a:sym typeface="Kosugi Maru"/>
            </a:endParaRPr>
          </a:p>
        </p:txBody>
      </p:sp>
      <p:cxnSp>
        <p:nvCxnSpPr>
          <p:cNvPr id="318" name="Google Shape;318;p18"/>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319" name="Google Shape;319;p18"/>
          <p:cNvSpPr txBox="1"/>
          <p:nvPr/>
        </p:nvSpPr>
        <p:spPr>
          <a:xfrm>
            <a:off x="672825" y="2332650"/>
            <a:ext cx="7758300" cy="8139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chemeClr val="dk1"/>
              </a:buClr>
              <a:buSzPts val="1100"/>
              <a:buFont typeface="Arial"/>
              <a:buNone/>
            </a:pPr>
            <a:r>
              <a:rPr b="0" i="0" lang="ja" sz="4250" u="none" cap="none" strike="noStrike">
                <a:solidFill>
                  <a:srgbClr val="EF84C9"/>
                </a:solidFill>
                <a:latin typeface="Kosugi Maru"/>
                <a:ea typeface="Kosugi Maru"/>
                <a:cs typeface="Kosugi Maru"/>
                <a:sym typeface="Kosugi Maru"/>
              </a:rPr>
              <a:t>いろんな"自由"が手に入った</a:t>
            </a:r>
            <a:endParaRPr b="0" i="0" sz="7400" u="none" cap="none" strike="noStrike">
              <a:solidFill>
                <a:srgbClr val="EF84C9"/>
              </a:solidFill>
              <a:latin typeface="Kosugi Maru"/>
              <a:ea typeface="Kosugi Maru"/>
              <a:cs typeface="Kosugi Maru"/>
              <a:sym typeface="Kosugi Maru"/>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9"/>
          <p:cNvSpPr txBox="1"/>
          <p:nvPr/>
        </p:nvSpPr>
        <p:spPr>
          <a:xfrm>
            <a:off x="877125" y="1445838"/>
            <a:ext cx="7533900" cy="209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900"/>
              <a:buFont typeface="Arial"/>
              <a:buNone/>
            </a:pPr>
            <a:r>
              <a:rPr b="0" i="0" lang="ja" sz="3900" u="none" cap="none" strike="noStrike">
                <a:solidFill>
                  <a:srgbClr val="434343"/>
                </a:solidFill>
                <a:latin typeface="Kosugi Maru"/>
                <a:ea typeface="Kosugi Maru"/>
                <a:cs typeface="Kosugi Maru"/>
                <a:sym typeface="Kosugi Maru"/>
              </a:rPr>
              <a:t>なぜ</a:t>
            </a:r>
            <a:endParaRPr b="0" i="0" sz="3900" u="none" cap="none" strike="noStrike">
              <a:solidFill>
                <a:srgbClr val="434343"/>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4600"/>
              <a:buFont typeface="Arial"/>
              <a:buNone/>
            </a:pPr>
            <a:r>
              <a:rPr b="1" i="0" lang="ja" sz="4600" u="none" cap="none" strike="noStrike">
                <a:solidFill>
                  <a:srgbClr val="EF84C9"/>
                </a:solidFill>
                <a:latin typeface="Kosugi Maru"/>
                <a:ea typeface="Kosugi Maru"/>
                <a:cs typeface="Kosugi Maru"/>
                <a:sym typeface="Kosugi Maru"/>
              </a:rPr>
              <a:t>育脳子育てカウンセラー</a:t>
            </a:r>
            <a:endParaRPr b="1" i="0" sz="4600" u="none" cap="none" strike="noStrike">
              <a:solidFill>
                <a:srgbClr val="EF84C9"/>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3900"/>
              <a:buFont typeface="Arial"/>
              <a:buNone/>
            </a:pPr>
            <a:r>
              <a:rPr b="0" i="0" lang="ja" sz="3900" u="none" cap="none" strike="noStrike">
                <a:solidFill>
                  <a:srgbClr val="434343"/>
                </a:solidFill>
                <a:latin typeface="Kosugi Maru"/>
                <a:ea typeface="Kosugi Maru"/>
                <a:cs typeface="Kosugi Maru"/>
                <a:sym typeface="Kosugi Maru"/>
              </a:rPr>
              <a:t>のイベントをやっているの？</a:t>
            </a:r>
            <a:endParaRPr b="0" i="0" sz="3900" u="none" cap="none" strike="noStrike">
              <a:solidFill>
                <a:srgbClr val="434343"/>
              </a:solidFill>
              <a:latin typeface="Kosugi Maru"/>
              <a:ea typeface="Kosugi Maru"/>
              <a:cs typeface="Kosugi Maru"/>
              <a:sym typeface="Kosugi Maru"/>
            </a:endParaRPr>
          </a:p>
        </p:txBody>
      </p:sp>
      <p:sp>
        <p:nvSpPr>
          <p:cNvPr id="326" name="Google Shape;326;p19"/>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0"/>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私の夢：その１</a:t>
            </a:r>
            <a:endParaRPr b="0" i="0" sz="3200" u="none" cap="none" strike="noStrike">
              <a:solidFill>
                <a:srgbClr val="434343"/>
              </a:solidFill>
              <a:latin typeface="Kosugi Maru"/>
              <a:ea typeface="Kosugi Maru"/>
              <a:cs typeface="Kosugi Maru"/>
              <a:sym typeface="Kosugi Maru"/>
            </a:endParaRPr>
          </a:p>
        </p:txBody>
      </p:sp>
      <p:cxnSp>
        <p:nvCxnSpPr>
          <p:cNvPr id="333" name="Google Shape;333;p20"/>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334" name="Google Shape;334;p20"/>
          <p:cNvSpPr txBox="1"/>
          <p:nvPr/>
        </p:nvSpPr>
        <p:spPr>
          <a:xfrm>
            <a:off x="877275" y="1144813"/>
            <a:ext cx="7533900" cy="785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900"/>
              <a:buFont typeface="Arial"/>
              <a:buNone/>
            </a:pPr>
            <a:r>
              <a:rPr b="0" i="0" lang="ja" sz="3900" u="none" cap="none" strike="noStrike">
                <a:solidFill>
                  <a:srgbClr val="EF84C9"/>
                </a:solidFill>
                <a:latin typeface="Kosugi Maru"/>
                <a:ea typeface="Kosugi Maru"/>
                <a:cs typeface="Kosugi Maru"/>
                <a:sym typeface="Kosugi Maru"/>
              </a:rPr>
              <a:t>女性の未来の可能性を広げたい</a:t>
            </a:r>
            <a:endParaRPr b="0" i="0" sz="3900" u="none" cap="none" strike="noStrike">
              <a:solidFill>
                <a:srgbClr val="EF84C9"/>
              </a:solidFill>
              <a:latin typeface="Kosugi Maru"/>
              <a:ea typeface="Kosugi Maru"/>
              <a:cs typeface="Kosugi Maru"/>
              <a:sym typeface="Kosugi Maru"/>
            </a:endParaRPr>
          </a:p>
        </p:txBody>
      </p:sp>
      <p:sp>
        <p:nvSpPr>
          <p:cNvPr id="335" name="Google Shape;335;p20"/>
          <p:cNvSpPr txBox="1"/>
          <p:nvPr/>
        </p:nvSpPr>
        <p:spPr>
          <a:xfrm>
            <a:off x="1110300" y="1929925"/>
            <a:ext cx="7667100" cy="2937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434343"/>
                </a:solidFill>
                <a:latin typeface="Kosugi Maru"/>
                <a:ea typeface="Kosugi Maru"/>
                <a:cs typeface="Kosugi Maru"/>
                <a:sym typeface="Kosugi Maru"/>
              </a:rPr>
              <a:t>・ママ達が将来的にどんどんラクになっていく</a:t>
            </a:r>
            <a:endParaRPr b="0" i="0" sz="265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434343"/>
                </a:solidFill>
                <a:latin typeface="Kosugi Maru"/>
                <a:ea typeface="Kosugi Maru"/>
                <a:cs typeface="Kosugi Maru"/>
                <a:sym typeface="Kosugi Maru"/>
              </a:rPr>
              <a:t>・人生もっと自由に考えられる</a:t>
            </a:r>
            <a:endParaRPr b="0" i="0" sz="265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434343"/>
                </a:solidFill>
                <a:latin typeface="Kosugi Maru"/>
                <a:ea typeface="Kosugi Maru"/>
                <a:cs typeface="Kosugi Maru"/>
                <a:sym typeface="Kosugi Maru"/>
              </a:rPr>
              <a:t>・女性がもっと活躍することもできる</a:t>
            </a:r>
            <a:endParaRPr b="0" i="0" sz="265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434343"/>
                </a:solidFill>
                <a:latin typeface="Kosugi Maru"/>
                <a:ea typeface="Kosugi Maru"/>
                <a:cs typeface="Kosugi Maru"/>
                <a:sym typeface="Kosugi Maru"/>
              </a:rPr>
              <a:t>・家族の選択、収入をあげる選択</a:t>
            </a:r>
            <a:endParaRPr b="0" i="0" sz="265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434343"/>
                </a:solidFill>
                <a:latin typeface="Kosugi Maru"/>
                <a:ea typeface="Kosugi Maru"/>
                <a:cs typeface="Kosugi Maru"/>
                <a:sym typeface="Kosugi Maru"/>
              </a:rPr>
              <a:t>　どちらもできる</a:t>
            </a:r>
            <a:endParaRPr b="0" i="0" sz="265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650"/>
              <a:buFont typeface="Arial"/>
              <a:buNone/>
            </a:pPr>
            <a:r>
              <a:rPr b="0" i="0" lang="ja" sz="2650" u="none" cap="none" strike="noStrike">
                <a:solidFill>
                  <a:srgbClr val="434343"/>
                </a:solidFill>
                <a:latin typeface="Kosugi Maru"/>
                <a:ea typeface="Kosugi Maru"/>
                <a:cs typeface="Kosugi Maru"/>
                <a:sym typeface="Kosugi Maru"/>
              </a:rPr>
              <a:t>　→選択肢を増やすことができる</a:t>
            </a:r>
            <a:endParaRPr b="0" i="0" sz="2650" u="none" cap="none" strike="noStrike">
              <a:solidFill>
                <a:srgbClr val="434343"/>
              </a:solidFill>
              <a:latin typeface="Kosugi Maru"/>
              <a:ea typeface="Kosugi Maru"/>
              <a:cs typeface="Kosugi Maru"/>
              <a:sym typeface="Kosugi Maru"/>
            </a:endParaRPr>
          </a:p>
        </p:txBody>
      </p:sp>
      <p:sp>
        <p:nvSpPr>
          <p:cNvPr id="336" name="Google Shape;336;p20"/>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1"/>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私の夢：その２</a:t>
            </a:r>
            <a:endParaRPr b="0" i="0" sz="3200" u="none" cap="none" strike="noStrike">
              <a:solidFill>
                <a:srgbClr val="434343"/>
              </a:solidFill>
              <a:latin typeface="Kosugi Maru"/>
              <a:ea typeface="Kosugi Maru"/>
              <a:cs typeface="Kosugi Maru"/>
              <a:sym typeface="Kosugi Maru"/>
            </a:endParaRPr>
          </a:p>
        </p:txBody>
      </p:sp>
      <p:cxnSp>
        <p:nvCxnSpPr>
          <p:cNvPr id="343" name="Google Shape;343;p21"/>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344" name="Google Shape;344;p21"/>
          <p:cNvSpPr txBox="1"/>
          <p:nvPr/>
        </p:nvSpPr>
        <p:spPr>
          <a:xfrm>
            <a:off x="877275" y="1144813"/>
            <a:ext cx="7533900" cy="1385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900"/>
              <a:buFont typeface="Arial"/>
              <a:buNone/>
            </a:pPr>
            <a:r>
              <a:rPr b="0" i="0" lang="ja" sz="3900" u="none" cap="none" strike="noStrike">
                <a:solidFill>
                  <a:srgbClr val="EF84C9"/>
                </a:solidFill>
                <a:latin typeface="Kosugi Maru"/>
                <a:ea typeface="Kosugi Maru"/>
                <a:cs typeface="Kosugi Maru"/>
                <a:sym typeface="Kosugi Maru"/>
              </a:rPr>
              <a:t>いつまでも仲の良い親子関係が続くご家庭を増やしたい</a:t>
            </a:r>
            <a:endParaRPr b="0" i="0" sz="3900" u="none" cap="none" strike="noStrike">
              <a:solidFill>
                <a:srgbClr val="EF84C9"/>
              </a:solidFill>
              <a:latin typeface="Kosugi Maru"/>
              <a:ea typeface="Kosugi Maru"/>
              <a:cs typeface="Kosugi Maru"/>
              <a:sym typeface="Kosugi Maru"/>
            </a:endParaRPr>
          </a:p>
        </p:txBody>
      </p:sp>
      <p:sp>
        <p:nvSpPr>
          <p:cNvPr id="345" name="Google Shape;345;p21"/>
          <p:cNvSpPr txBox="1"/>
          <p:nvPr/>
        </p:nvSpPr>
        <p:spPr>
          <a:xfrm>
            <a:off x="1056825" y="2530225"/>
            <a:ext cx="7667100" cy="2469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434343"/>
                </a:solidFill>
                <a:latin typeface="Kosugi Maru"/>
                <a:ea typeface="Kosugi Maru"/>
                <a:cs typeface="Kosugi Maru"/>
                <a:sym typeface="Kosugi Maru"/>
              </a:rPr>
              <a:t>・そのための”育脳”というアプローチ</a:t>
            </a:r>
            <a:endParaRPr b="0" i="0" sz="265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434343"/>
                </a:solidFill>
                <a:latin typeface="Kosugi Maru"/>
                <a:ea typeface="Kosugi Maru"/>
                <a:cs typeface="Kosugi Maru"/>
                <a:sym typeface="Kosugi Maru"/>
              </a:rPr>
              <a:t>・賢い子どもが増える、ということよりも</a:t>
            </a:r>
            <a:endParaRPr b="0" i="0" sz="265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434343"/>
                </a:solidFill>
                <a:latin typeface="Kosugi Maru"/>
                <a:ea typeface="Kosugi Maru"/>
                <a:cs typeface="Kosugi Maru"/>
                <a:sym typeface="Kosugi Maru"/>
              </a:rPr>
              <a:t>　人間性が豊かなお子様が増えて</a:t>
            </a:r>
            <a:endParaRPr b="0" i="0" sz="265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650" u="none" cap="none" strike="noStrike">
                <a:solidFill>
                  <a:srgbClr val="434343"/>
                </a:solidFill>
                <a:latin typeface="Kosugi Maru"/>
                <a:ea typeface="Kosugi Maru"/>
                <a:cs typeface="Kosugi Maru"/>
                <a:sym typeface="Kosugi Maru"/>
              </a:rPr>
              <a:t>　心にも余裕を持てるママが増えて</a:t>
            </a:r>
            <a:endParaRPr b="0" i="0" sz="265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650"/>
              <a:buFont typeface="Arial"/>
              <a:buNone/>
            </a:pPr>
            <a:r>
              <a:rPr b="0" i="0" lang="ja" sz="2650" u="none" cap="none" strike="noStrike">
                <a:solidFill>
                  <a:srgbClr val="434343"/>
                </a:solidFill>
                <a:latin typeface="Kosugi Maru"/>
                <a:ea typeface="Kosugi Maru"/>
                <a:cs typeface="Kosugi Maru"/>
                <a:sym typeface="Kosugi Maru"/>
              </a:rPr>
              <a:t>　ハッピーなご家庭が増えると素敵、と願う</a:t>
            </a:r>
            <a:endParaRPr b="0" i="0" sz="2650" u="none" cap="none" strike="noStrike">
              <a:solidFill>
                <a:srgbClr val="434343"/>
              </a:solidFill>
              <a:latin typeface="Kosugi Maru"/>
              <a:ea typeface="Kosugi Maru"/>
              <a:cs typeface="Kosugi Maru"/>
              <a:sym typeface="Kosugi Maru"/>
            </a:endParaRPr>
          </a:p>
        </p:txBody>
      </p:sp>
      <p:sp>
        <p:nvSpPr>
          <p:cNvPr id="346" name="Google Shape;346;p21"/>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ca9e6cf076_0_0"/>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ja" sz="3200">
                <a:solidFill>
                  <a:srgbClr val="434343"/>
                </a:solidFill>
                <a:latin typeface="Kosugi Maru"/>
                <a:ea typeface="Kosugi Maru"/>
                <a:cs typeface="Kosugi Maru"/>
                <a:sym typeface="Kosugi Maru"/>
              </a:rPr>
              <a:t>私の夢：その３</a:t>
            </a:r>
            <a:endParaRPr sz="3200">
              <a:solidFill>
                <a:srgbClr val="434343"/>
              </a:solidFill>
              <a:latin typeface="Kosugi Maru"/>
              <a:ea typeface="Kosugi Maru"/>
              <a:cs typeface="Kosugi Maru"/>
              <a:sym typeface="Kosugi Maru"/>
            </a:endParaRPr>
          </a:p>
        </p:txBody>
      </p:sp>
      <p:cxnSp>
        <p:nvCxnSpPr>
          <p:cNvPr id="353" name="Google Shape;353;g3ca9e6cf076_0_0"/>
          <p:cNvCxnSpPr/>
          <p:nvPr/>
        </p:nvCxnSpPr>
        <p:spPr>
          <a:xfrm>
            <a:off x="828450" y="976525"/>
            <a:ext cx="7487100" cy="0"/>
          </a:xfrm>
          <a:prstGeom prst="straightConnector1">
            <a:avLst/>
          </a:prstGeom>
          <a:noFill/>
          <a:ln cap="flat" cmpd="sng" w="28575">
            <a:solidFill>
              <a:srgbClr val="EF84C9"/>
            </a:solidFill>
            <a:prstDash val="solid"/>
            <a:round/>
            <a:headEnd len="med" w="med" type="none"/>
            <a:tailEnd len="med" w="med" type="none"/>
          </a:ln>
        </p:spPr>
      </p:cxnSp>
      <p:sp>
        <p:nvSpPr>
          <p:cNvPr id="354" name="Google Shape;354;g3ca9e6cf076_0_0"/>
          <p:cNvSpPr txBox="1"/>
          <p:nvPr/>
        </p:nvSpPr>
        <p:spPr>
          <a:xfrm>
            <a:off x="583400" y="1144825"/>
            <a:ext cx="78279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3900">
                <a:solidFill>
                  <a:srgbClr val="EF84C9"/>
                </a:solidFill>
                <a:latin typeface="Kosugi Maru"/>
                <a:ea typeface="Kosugi Maru"/>
                <a:cs typeface="Kosugi Maru"/>
                <a:sym typeface="Kosugi Maru"/>
              </a:rPr>
              <a:t>10,000組の親子をサポートしたい</a:t>
            </a:r>
            <a:endParaRPr sz="3900">
              <a:solidFill>
                <a:srgbClr val="EF84C9"/>
              </a:solidFill>
              <a:latin typeface="Kosugi Maru"/>
              <a:ea typeface="Kosugi Maru"/>
              <a:cs typeface="Kosugi Maru"/>
              <a:sym typeface="Kosugi Maru"/>
            </a:endParaRPr>
          </a:p>
        </p:txBody>
      </p:sp>
      <p:sp>
        <p:nvSpPr>
          <p:cNvPr id="355" name="Google Shape;355;g3ca9e6cf076_0_0"/>
          <p:cNvSpPr txBox="1"/>
          <p:nvPr/>
        </p:nvSpPr>
        <p:spPr>
          <a:xfrm>
            <a:off x="997450" y="2348175"/>
            <a:ext cx="7667100" cy="10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ja" sz="2650">
                <a:solidFill>
                  <a:srgbClr val="434343"/>
                </a:solidFill>
                <a:latin typeface="Kosugi Maru"/>
                <a:ea typeface="Kosugi Maru"/>
                <a:cs typeface="Kosugi Maru"/>
                <a:sym typeface="Kosugi Maru"/>
              </a:rPr>
              <a:t>・100人のカウンセラーがいたら</a:t>
            </a:r>
            <a:endParaRPr sz="2650">
              <a:solidFill>
                <a:srgbClr val="434343"/>
              </a:solidFill>
              <a:latin typeface="Kosugi Maru"/>
              <a:ea typeface="Kosugi Maru"/>
              <a:cs typeface="Kosugi Maru"/>
              <a:sym typeface="Kosugi Maru"/>
            </a:endParaRPr>
          </a:p>
          <a:p>
            <a:pPr indent="0" lvl="0" marL="0" rtl="0" algn="l">
              <a:lnSpc>
                <a:spcPct val="115000"/>
              </a:lnSpc>
              <a:spcBef>
                <a:spcPts val="0"/>
              </a:spcBef>
              <a:spcAft>
                <a:spcPts val="0"/>
              </a:spcAft>
              <a:buClr>
                <a:schemeClr val="dk1"/>
              </a:buClr>
              <a:buSzPts val="1100"/>
              <a:buFont typeface="Arial"/>
              <a:buNone/>
            </a:pPr>
            <a:r>
              <a:rPr lang="ja" sz="2650">
                <a:solidFill>
                  <a:srgbClr val="434343"/>
                </a:solidFill>
                <a:latin typeface="Kosugi Maru"/>
                <a:ea typeface="Kosugi Maru"/>
                <a:cs typeface="Kosugi Maru"/>
                <a:sym typeface="Kosugi Maru"/>
              </a:rPr>
              <a:t>　10,000組の親子をサポートできる</a:t>
            </a:r>
            <a:endParaRPr sz="2650">
              <a:solidFill>
                <a:srgbClr val="434343"/>
              </a:solidFill>
              <a:latin typeface="Kosugi Maru"/>
              <a:ea typeface="Kosugi Maru"/>
              <a:cs typeface="Kosugi Maru"/>
              <a:sym typeface="Kosugi Maru"/>
            </a:endParaRPr>
          </a:p>
        </p:txBody>
      </p:sp>
      <p:sp>
        <p:nvSpPr>
          <p:cNvPr id="356" name="Google Shape;356;g3ca9e6cf076_0_0"/>
          <p:cNvSpPr txBox="1"/>
          <p:nvPr/>
        </p:nvSpPr>
        <p:spPr>
          <a:xfrm rot="-771296">
            <a:off x="-122945" y="172072"/>
            <a:ext cx="1669339" cy="600399"/>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2700"/>
              <a:buFont typeface="Arial"/>
              <a:buNone/>
            </a:pPr>
            <a:r>
              <a:rPr lang="ja" sz="2700">
                <a:solidFill>
                  <a:srgbClr val="434343"/>
                </a:solidFill>
                <a:highlight>
                  <a:srgbClr val="FFE5F6"/>
                </a:highlight>
                <a:latin typeface="Kosugi Maru"/>
                <a:ea typeface="Kosugi Maru"/>
                <a:cs typeface="Kosugi Maru"/>
                <a:sym typeface="Kosugi Maru"/>
              </a:rPr>
              <a:t>おさらい</a:t>
            </a:r>
            <a:endParaRPr sz="24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2"/>
          <p:cNvSpPr txBox="1"/>
          <p:nvPr/>
        </p:nvSpPr>
        <p:spPr>
          <a:xfrm>
            <a:off x="877125" y="226813"/>
            <a:ext cx="7533900" cy="1354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0" i="0" lang="ja" sz="2300" u="none" cap="none" strike="noStrike">
                <a:solidFill>
                  <a:srgbClr val="434343"/>
                </a:solidFill>
                <a:latin typeface="Kosugi Maru"/>
                <a:ea typeface="Kosugi Maru"/>
                <a:cs typeface="Kosugi Maru"/>
                <a:sym typeface="Kosugi Maru"/>
              </a:rPr>
              <a:t>なぜ</a:t>
            </a:r>
            <a:endParaRPr b="0" i="0" sz="2300" u="none" cap="none" strike="noStrike">
              <a:solidFill>
                <a:srgbClr val="434343"/>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3000"/>
              <a:buFont typeface="Arial"/>
              <a:buNone/>
            </a:pPr>
            <a:r>
              <a:rPr b="1" i="0" lang="ja" sz="3000" u="none" cap="none" strike="noStrike">
                <a:solidFill>
                  <a:srgbClr val="EF84C9"/>
                </a:solidFill>
                <a:latin typeface="Kosugi Maru"/>
                <a:ea typeface="Kosugi Maru"/>
                <a:cs typeface="Kosugi Maru"/>
                <a:sym typeface="Kosugi Maru"/>
              </a:rPr>
              <a:t>育脳子育てカウンセラー</a:t>
            </a:r>
            <a:endParaRPr b="1" i="0" sz="3000" u="none" cap="none" strike="noStrike">
              <a:solidFill>
                <a:srgbClr val="EF84C9"/>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2300"/>
              <a:buFont typeface="Arial"/>
              <a:buNone/>
            </a:pPr>
            <a:r>
              <a:rPr b="0" i="0" lang="ja" sz="2300" u="none" cap="none" strike="noStrike">
                <a:solidFill>
                  <a:srgbClr val="434343"/>
                </a:solidFill>
                <a:latin typeface="Kosugi Maru"/>
                <a:ea typeface="Kosugi Maru"/>
                <a:cs typeface="Kosugi Maru"/>
                <a:sym typeface="Kosugi Maru"/>
              </a:rPr>
              <a:t>のイベントをやっているの？</a:t>
            </a:r>
            <a:endParaRPr b="0" i="0" sz="2300" u="none" cap="none" strike="noStrike">
              <a:solidFill>
                <a:srgbClr val="434343"/>
              </a:solidFill>
              <a:latin typeface="Kosugi Maru"/>
              <a:ea typeface="Kosugi Maru"/>
              <a:cs typeface="Kosugi Maru"/>
              <a:sym typeface="Kosugi Maru"/>
            </a:endParaRPr>
          </a:p>
        </p:txBody>
      </p:sp>
      <p:sp>
        <p:nvSpPr>
          <p:cNvPr id="363" name="Google Shape;363;p22"/>
          <p:cNvSpPr txBox="1"/>
          <p:nvPr/>
        </p:nvSpPr>
        <p:spPr>
          <a:xfrm>
            <a:off x="877125" y="2504488"/>
            <a:ext cx="7533900" cy="1800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500"/>
              <a:buFont typeface="Arial"/>
              <a:buNone/>
            </a:pPr>
            <a:r>
              <a:rPr b="1" i="0" lang="ja" sz="3500" u="none" cap="none" strike="noStrike">
                <a:solidFill>
                  <a:srgbClr val="EF84C9"/>
                </a:solidFill>
                <a:latin typeface="Kosugi Maru"/>
                <a:ea typeface="Kosugi Maru"/>
                <a:cs typeface="Kosugi Maru"/>
                <a:sym typeface="Kosugi Maru"/>
              </a:rPr>
              <a:t>育児に関わりながら</a:t>
            </a:r>
            <a:endParaRPr b="1" i="0" sz="3500" u="none" cap="none" strike="noStrike">
              <a:solidFill>
                <a:srgbClr val="EF84C9"/>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3500"/>
              <a:buFont typeface="Arial"/>
              <a:buNone/>
            </a:pPr>
            <a:r>
              <a:rPr b="1" i="0" lang="ja" sz="3500" u="none" cap="none" strike="noStrike">
                <a:solidFill>
                  <a:srgbClr val="EF84C9"/>
                </a:solidFill>
                <a:latin typeface="Kosugi Maru"/>
                <a:ea typeface="Kosugi Maru"/>
                <a:cs typeface="Kosugi Maru"/>
                <a:sym typeface="Kosugi Maru"/>
              </a:rPr>
              <a:t>希望的な未来に繋がることを願って</a:t>
            </a:r>
            <a:endParaRPr b="1" i="0" sz="3500" u="none" cap="none" strike="noStrike">
              <a:solidFill>
                <a:srgbClr val="EF84C9"/>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3500"/>
              <a:buFont typeface="Arial"/>
              <a:buNone/>
            </a:pPr>
            <a:r>
              <a:rPr b="1" i="0" lang="ja" sz="3500" u="none" cap="none" strike="noStrike">
                <a:solidFill>
                  <a:srgbClr val="EF84C9"/>
                </a:solidFill>
                <a:latin typeface="Kosugi Maru"/>
                <a:ea typeface="Kosugi Maru"/>
                <a:cs typeface="Kosugi Maru"/>
                <a:sym typeface="Kosugi Maru"/>
              </a:rPr>
              <a:t>カウンセラーを養成しています</a:t>
            </a:r>
            <a:endParaRPr b="1" i="0" sz="3500" u="none" cap="none" strike="noStrike">
              <a:solidFill>
                <a:srgbClr val="EF84C9"/>
              </a:solidFill>
              <a:latin typeface="Kosugi Maru"/>
              <a:ea typeface="Kosugi Maru"/>
              <a:cs typeface="Kosugi Maru"/>
              <a:sym typeface="Kosugi Maru"/>
            </a:endParaRPr>
          </a:p>
        </p:txBody>
      </p:sp>
      <p:sp>
        <p:nvSpPr>
          <p:cNvPr id="364" name="Google Shape;364;p22"/>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3"/>
          <p:cNvSpPr txBox="1"/>
          <p:nvPr/>
        </p:nvSpPr>
        <p:spPr>
          <a:xfrm>
            <a:off x="0" y="78838"/>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世の中の流れは？</a:t>
            </a:r>
            <a:endParaRPr b="0" i="0" sz="3200" u="none" cap="none" strike="noStrike">
              <a:solidFill>
                <a:srgbClr val="434343"/>
              </a:solidFill>
              <a:latin typeface="Kosugi Maru"/>
              <a:ea typeface="Kosugi Maru"/>
              <a:cs typeface="Kosugi Maru"/>
              <a:sym typeface="Kosugi Maru"/>
            </a:endParaRPr>
          </a:p>
        </p:txBody>
      </p:sp>
      <p:cxnSp>
        <p:nvCxnSpPr>
          <p:cNvPr id="371" name="Google Shape;371;p23"/>
          <p:cNvCxnSpPr/>
          <p:nvPr/>
        </p:nvCxnSpPr>
        <p:spPr>
          <a:xfrm>
            <a:off x="828425" y="712750"/>
            <a:ext cx="7487100" cy="0"/>
          </a:xfrm>
          <a:prstGeom prst="straightConnector1">
            <a:avLst/>
          </a:prstGeom>
          <a:noFill/>
          <a:ln cap="flat" cmpd="sng" w="28575">
            <a:solidFill>
              <a:srgbClr val="EF84C9"/>
            </a:solidFill>
            <a:prstDash val="solid"/>
            <a:round/>
            <a:headEnd len="sm" w="sm" type="none"/>
            <a:tailEnd len="sm" w="sm" type="none"/>
          </a:ln>
        </p:spPr>
      </p:cxnSp>
      <p:pic>
        <p:nvPicPr>
          <p:cNvPr id="372" name="Google Shape;372;p23"/>
          <p:cNvPicPr preferRelativeResize="0"/>
          <p:nvPr/>
        </p:nvPicPr>
        <p:blipFill rotWithShape="1">
          <a:blip r:embed="rId3">
            <a:alphaModFix/>
          </a:blip>
          <a:srcRect b="0" l="0" r="0" t="0"/>
          <a:stretch/>
        </p:blipFill>
        <p:spPr>
          <a:xfrm>
            <a:off x="1310063" y="836426"/>
            <a:ext cx="6523825" cy="4192550"/>
          </a:xfrm>
          <a:prstGeom prst="rect">
            <a:avLst/>
          </a:prstGeom>
          <a:noFill/>
          <a:ln>
            <a:noFill/>
          </a:ln>
        </p:spPr>
      </p:pic>
      <p:sp>
        <p:nvSpPr>
          <p:cNvPr id="373" name="Google Shape;373;p23"/>
          <p:cNvSpPr txBox="1"/>
          <p:nvPr/>
        </p:nvSpPr>
        <p:spPr>
          <a:xfrm>
            <a:off x="6678150" y="4364175"/>
            <a:ext cx="1724700" cy="323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b="0" i="0" lang="ja" sz="900" u="none" cap="none" strike="noStrike">
                <a:solidFill>
                  <a:schemeClr val="dk1"/>
                </a:solidFill>
                <a:latin typeface="Arial"/>
                <a:ea typeface="Arial"/>
                <a:cs typeface="Arial"/>
                <a:sym typeface="Arial"/>
              </a:rPr>
              <a:t>総務省資料より引用</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4"/>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380" name="Google Shape;380;p24"/>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381" name="Google Shape;381;p24"/>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本日のテーマ</a:t>
            </a:r>
            <a:endParaRPr b="0" i="0" sz="2600" u="none" cap="none" strike="noStrike">
              <a:solidFill>
                <a:srgbClr val="434343"/>
              </a:solidFill>
              <a:latin typeface="Kosugi Maru"/>
              <a:ea typeface="Kosugi Maru"/>
              <a:cs typeface="Kosugi Maru"/>
              <a:sym typeface="Kosugi Maru"/>
            </a:endParaRPr>
          </a:p>
        </p:txBody>
      </p:sp>
      <p:cxnSp>
        <p:nvCxnSpPr>
          <p:cNvPr id="382" name="Google Shape;382;p24"/>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383" name="Google Shape;383;p24"/>
          <p:cNvSpPr txBox="1"/>
          <p:nvPr/>
        </p:nvSpPr>
        <p:spPr>
          <a:xfrm>
            <a:off x="672825" y="2332650"/>
            <a:ext cx="7758300" cy="15663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chemeClr val="dk1"/>
              </a:buClr>
              <a:buSzPts val="1100"/>
              <a:buFont typeface="Arial"/>
              <a:buNone/>
            </a:pPr>
            <a:r>
              <a:rPr b="0" i="0" lang="ja" sz="4250" u="none" cap="none" strike="noStrike">
                <a:solidFill>
                  <a:srgbClr val="EF84C9"/>
                </a:solidFill>
                <a:latin typeface="Kosugi Maru"/>
                <a:ea typeface="Kosugi Maru"/>
                <a:cs typeface="Kosugi Maru"/>
                <a:sym typeface="Kosugi Maru"/>
              </a:rPr>
              <a:t>育脳サービスをお仕事にする</a:t>
            </a:r>
            <a:endParaRPr b="0" i="0" sz="4250" u="none" cap="none" strike="noStrike">
              <a:solidFill>
                <a:srgbClr val="EF84C9"/>
              </a:solidFill>
              <a:latin typeface="Kosugi Maru"/>
              <a:ea typeface="Kosugi Maru"/>
              <a:cs typeface="Kosugi Maru"/>
              <a:sym typeface="Kosugi Maru"/>
            </a:endParaRPr>
          </a:p>
          <a:p>
            <a:pPr indent="0" lvl="0" marL="0" marR="0" rtl="0" algn="ctr">
              <a:lnSpc>
                <a:spcPct val="115000"/>
              </a:lnSpc>
              <a:spcBef>
                <a:spcPts val="0"/>
              </a:spcBef>
              <a:spcAft>
                <a:spcPts val="0"/>
              </a:spcAft>
              <a:buClr>
                <a:schemeClr val="dk1"/>
              </a:buClr>
              <a:buSzPts val="1100"/>
              <a:buFont typeface="Arial"/>
              <a:buNone/>
            </a:pPr>
            <a:r>
              <a:rPr b="0" i="0" lang="ja" sz="4250" u="none" cap="none" strike="noStrike">
                <a:solidFill>
                  <a:srgbClr val="EF84C9"/>
                </a:solidFill>
                <a:latin typeface="Kosugi Maru"/>
                <a:ea typeface="Kosugi Maru"/>
                <a:cs typeface="Kosugi Maru"/>
                <a:sym typeface="Kosugi Maru"/>
              </a:rPr>
              <a:t>とは？</a:t>
            </a:r>
            <a:endParaRPr b="0" i="0" sz="4250" u="none" cap="none" strike="noStrike">
              <a:solidFill>
                <a:srgbClr val="EF84C9"/>
              </a:solidFill>
              <a:latin typeface="Kosugi Maru"/>
              <a:ea typeface="Kosugi Maru"/>
              <a:cs typeface="Kosugi Maru"/>
              <a:sym typeface="Kosugi Maru"/>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5"/>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390" name="Google Shape;390;p25"/>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391" name="Google Shape;391;p25"/>
          <p:cNvSpPr txBox="1"/>
          <p:nvPr/>
        </p:nvSpPr>
        <p:spPr>
          <a:xfrm>
            <a:off x="818575" y="1354675"/>
            <a:ext cx="7506900" cy="27459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・なぜこのサービスがお仕事になるのか？</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・何をすることでお仕事になるのか？</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・どんな風にお仕事をするのか？</a:t>
            </a:r>
            <a:endParaRPr b="0" i="0" sz="3000" u="none" cap="none" strike="noStrike">
              <a:solidFill>
                <a:srgbClr val="434343"/>
              </a:solidFill>
              <a:latin typeface="Kosugi Maru"/>
              <a:ea typeface="Kosugi Maru"/>
              <a:cs typeface="Kosugi Maru"/>
              <a:sym typeface="Kosugi Maru"/>
            </a:endParaRPr>
          </a:p>
        </p:txBody>
      </p:sp>
      <p:sp>
        <p:nvSpPr>
          <p:cNvPr id="392" name="Google Shape;392;p25"/>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本日の流れ</a:t>
            </a:r>
            <a:endParaRPr b="0" i="0" sz="2600" u="none" cap="none" strike="noStrike">
              <a:solidFill>
                <a:srgbClr val="434343"/>
              </a:solidFill>
              <a:latin typeface="Kosugi Maru"/>
              <a:ea typeface="Kosugi Maru"/>
              <a:cs typeface="Kosugi Maru"/>
              <a:sym typeface="Kosugi Maru"/>
            </a:endParaRPr>
          </a:p>
        </p:txBody>
      </p:sp>
      <p:cxnSp>
        <p:nvCxnSpPr>
          <p:cNvPr id="393" name="Google Shape;393;p25"/>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6"/>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400" name="Google Shape;400;p26"/>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01" name="Google Shape;401;p26"/>
          <p:cNvSpPr txBox="1"/>
          <p:nvPr/>
        </p:nvSpPr>
        <p:spPr>
          <a:xfrm>
            <a:off x="818575" y="1354675"/>
            <a:ext cx="7506900" cy="27459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・なぜこのサービスがお仕事になるのか？</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・何をすることでお仕事になるのか？</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・どんな風にお仕事をするのか？</a:t>
            </a:r>
            <a:endParaRPr b="0" i="0" sz="3000" u="none" cap="none" strike="noStrike">
              <a:solidFill>
                <a:srgbClr val="434343"/>
              </a:solidFill>
              <a:latin typeface="Kosugi Maru"/>
              <a:ea typeface="Kosugi Maru"/>
              <a:cs typeface="Kosugi Maru"/>
              <a:sym typeface="Kosugi Maru"/>
            </a:endParaRPr>
          </a:p>
        </p:txBody>
      </p:sp>
      <p:sp>
        <p:nvSpPr>
          <p:cNvPr id="402" name="Google Shape;402;p26"/>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本日の流れ</a:t>
            </a:r>
            <a:endParaRPr b="0" i="0" sz="2600" u="none" cap="none" strike="noStrike">
              <a:solidFill>
                <a:srgbClr val="434343"/>
              </a:solidFill>
              <a:latin typeface="Kosugi Maru"/>
              <a:ea typeface="Kosugi Maru"/>
              <a:cs typeface="Kosugi Maru"/>
              <a:sym typeface="Kosugi Maru"/>
            </a:endParaRPr>
          </a:p>
        </p:txBody>
      </p:sp>
      <p:cxnSp>
        <p:nvCxnSpPr>
          <p:cNvPr id="403" name="Google Shape;403;p26"/>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404" name="Google Shape;404;p26"/>
          <p:cNvSpPr/>
          <p:nvPr/>
        </p:nvSpPr>
        <p:spPr>
          <a:xfrm>
            <a:off x="667975" y="1195880"/>
            <a:ext cx="8038800" cy="959100"/>
          </a:xfrm>
          <a:prstGeom prst="roundRect">
            <a:avLst>
              <a:gd fmla="val 16667" name="adj"/>
            </a:avLst>
          </a:prstGeom>
          <a:noFill/>
          <a:ln cap="flat" cmpd="sng" w="76200">
            <a:solidFill>
              <a:srgbClr val="EF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7"/>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411" name="Google Shape;411;p27"/>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12" name="Google Shape;412;p27"/>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子育てママの困りごと</a:t>
            </a:r>
            <a:endParaRPr b="0" i="0" sz="2600" u="none" cap="none" strike="noStrike">
              <a:solidFill>
                <a:srgbClr val="434343"/>
              </a:solidFill>
              <a:latin typeface="Kosugi Maru"/>
              <a:ea typeface="Kosugi Maru"/>
              <a:cs typeface="Kosugi Maru"/>
              <a:sym typeface="Kosugi Maru"/>
            </a:endParaRPr>
          </a:p>
        </p:txBody>
      </p:sp>
      <p:cxnSp>
        <p:nvCxnSpPr>
          <p:cNvPr id="413" name="Google Shape;413;p27"/>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pic>
        <p:nvPicPr>
          <p:cNvPr id="414" name="Google Shape;414;p27"/>
          <p:cNvPicPr preferRelativeResize="0"/>
          <p:nvPr/>
        </p:nvPicPr>
        <p:blipFill rotWithShape="1">
          <a:blip r:embed="rId3">
            <a:alphaModFix/>
          </a:blip>
          <a:srcRect b="0" l="0" r="0" t="0"/>
          <a:stretch/>
        </p:blipFill>
        <p:spPr>
          <a:xfrm>
            <a:off x="6244600" y="2658550"/>
            <a:ext cx="2830925" cy="2038250"/>
          </a:xfrm>
          <a:prstGeom prst="rect">
            <a:avLst/>
          </a:prstGeom>
          <a:noFill/>
          <a:ln>
            <a:noFill/>
          </a:ln>
        </p:spPr>
      </p:pic>
      <p:sp>
        <p:nvSpPr>
          <p:cNvPr id="415" name="Google Shape;415;p27"/>
          <p:cNvSpPr txBox="1"/>
          <p:nvPr/>
        </p:nvSpPr>
        <p:spPr>
          <a:xfrm>
            <a:off x="734625" y="1918150"/>
            <a:ext cx="6912600" cy="1683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情報提供サービスがクイックに</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3000" u="none" cap="none" strike="noStrike">
                <a:solidFill>
                  <a:schemeClr val="dk1"/>
                </a:solidFill>
                <a:latin typeface="Kosugi Maru"/>
                <a:ea typeface="Kosugi Maru"/>
                <a:cs typeface="Kosugi Maru"/>
                <a:sym typeface="Kosugi Maru"/>
              </a:rPr>
              <a:t>受けられない</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（※住んでいる地域にも依ります）</a:t>
            </a:r>
            <a:endParaRPr b="0" i="0" sz="30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8"/>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422" name="Google Shape;422;p28"/>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23" name="Google Shape;423;p28"/>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子育てママの困りごと</a:t>
            </a:r>
            <a:endParaRPr b="0" i="0" sz="2600" u="none" cap="none" strike="noStrike">
              <a:solidFill>
                <a:srgbClr val="434343"/>
              </a:solidFill>
              <a:latin typeface="Kosugi Maru"/>
              <a:ea typeface="Kosugi Maru"/>
              <a:cs typeface="Kosugi Maru"/>
              <a:sym typeface="Kosugi Maru"/>
            </a:endParaRPr>
          </a:p>
        </p:txBody>
      </p:sp>
      <p:cxnSp>
        <p:nvCxnSpPr>
          <p:cNvPr id="424" name="Google Shape;424;p28"/>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425" name="Google Shape;425;p28"/>
          <p:cNvSpPr txBox="1"/>
          <p:nvPr/>
        </p:nvSpPr>
        <p:spPr>
          <a:xfrm>
            <a:off x="1115700" y="2145950"/>
            <a:ext cx="6912600" cy="1152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深いところ、細かいところを</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相談しづらい</a:t>
            </a:r>
            <a:endParaRPr b="0" i="0" sz="3000" u="none" cap="none" strike="noStrike">
              <a:solidFill>
                <a:schemeClr val="dk1"/>
              </a:solidFill>
              <a:latin typeface="Kosugi Maru"/>
              <a:ea typeface="Kosugi Maru"/>
              <a:cs typeface="Kosugi Maru"/>
              <a:sym typeface="Kosugi Maru"/>
            </a:endParaRPr>
          </a:p>
        </p:txBody>
      </p:sp>
      <p:pic>
        <p:nvPicPr>
          <p:cNvPr id="426" name="Google Shape;426;p28"/>
          <p:cNvPicPr preferRelativeResize="0"/>
          <p:nvPr/>
        </p:nvPicPr>
        <p:blipFill rotWithShape="1">
          <a:blip r:embed="rId3">
            <a:alphaModFix/>
          </a:blip>
          <a:srcRect b="0" l="0" r="0" t="0"/>
          <a:stretch/>
        </p:blipFill>
        <p:spPr>
          <a:xfrm>
            <a:off x="7082247" y="1918150"/>
            <a:ext cx="1828675" cy="2844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9"/>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433" name="Google Shape;433;p29"/>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34" name="Google Shape;434;p29"/>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子育てママの困りごと</a:t>
            </a:r>
            <a:endParaRPr b="0" i="0" sz="2600" u="none" cap="none" strike="noStrike">
              <a:solidFill>
                <a:srgbClr val="434343"/>
              </a:solidFill>
              <a:latin typeface="Kosugi Maru"/>
              <a:ea typeface="Kosugi Maru"/>
              <a:cs typeface="Kosugi Maru"/>
              <a:sym typeface="Kosugi Maru"/>
            </a:endParaRPr>
          </a:p>
        </p:txBody>
      </p:sp>
      <p:cxnSp>
        <p:nvCxnSpPr>
          <p:cNvPr id="435" name="Google Shape;435;p29"/>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pic>
        <p:nvPicPr>
          <p:cNvPr id="436" name="Google Shape;436;p29"/>
          <p:cNvPicPr preferRelativeResize="0"/>
          <p:nvPr/>
        </p:nvPicPr>
        <p:blipFill rotWithShape="1">
          <a:blip r:embed="rId3">
            <a:alphaModFix/>
          </a:blip>
          <a:srcRect b="0" l="0" r="0" t="0"/>
          <a:stretch/>
        </p:blipFill>
        <p:spPr>
          <a:xfrm>
            <a:off x="5958975" y="2315075"/>
            <a:ext cx="3086101" cy="2363461"/>
          </a:xfrm>
          <a:prstGeom prst="rect">
            <a:avLst/>
          </a:prstGeom>
          <a:noFill/>
          <a:ln>
            <a:noFill/>
          </a:ln>
        </p:spPr>
      </p:pic>
      <p:sp>
        <p:nvSpPr>
          <p:cNvPr id="437" name="Google Shape;437;p29"/>
          <p:cNvSpPr txBox="1"/>
          <p:nvPr/>
        </p:nvSpPr>
        <p:spPr>
          <a:xfrm>
            <a:off x="756050" y="1464450"/>
            <a:ext cx="6912600" cy="2214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ママも専門ではないので</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質問があいまい</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アドバイスが効果的ではない</a:t>
            </a:r>
            <a:endParaRPr b="0" i="0" sz="3000" u="none" cap="none" strike="noStrike">
              <a:solidFill>
                <a:schemeClr val="dk1"/>
              </a:solidFill>
              <a:latin typeface="Kosugi Maru"/>
              <a:ea typeface="Kosugi Maru"/>
              <a:cs typeface="Kosugi Maru"/>
              <a:sym typeface="Kosugi Maru"/>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0"/>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444" name="Google Shape;444;p30"/>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45" name="Google Shape;445;p30"/>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子育てママの困りごと</a:t>
            </a:r>
            <a:endParaRPr b="0" i="0" sz="2600" u="none" cap="none" strike="noStrike">
              <a:solidFill>
                <a:srgbClr val="434343"/>
              </a:solidFill>
              <a:latin typeface="Kosugi Maru"/>
              <a:ea typeface="Kosugi Maru"/>
              <a:cs typeface="Kosugi Maru"/>
              <a:sym typeface="Kosugi Maru"/>
            </a:endParaRPr>
          </a:p>
        </p:txBody>
      </p:sp>
      <p:cxnSp>
        <p:nvCxnSpPr>
          <p:cNvPr id="446" name="Google Shape;446;p30"/>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447" name="Google Shape;447;p30"/>
          <p:cNvSpPr txBox="1"/>
          <p:nvPr/>
        </p:nvSpPr>
        <p:spPr>
          <a:xfrm>
            <a:off x="1602750" y="1932025"/>
            <a:ext cx="6912600" cy="1152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ネット情報が多すぎて</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結局迷子になる</a:t>
            </a:r>
            <a:endParaRPr b="0" i="0" sz="3000" u="none" cap="none" strike="noStrike">
              <a:solidFill>
                <a:schemeClr val="dk1"/>
              </a:solidFill>
              <a:latin typeface="Kosugi Maru"/>
              <a:ea typeface="Kosugi Maru"/>
              <a:cs typeface="Kosugi Maru"/>
              <a:sym typeface="Kosugi Maru"/>
            </a:endParaRPr>
          </a:p>
        </p:txBody>
      </p:sp>
      <p:pic>
        <p:nvPicPr>
          <p:cNvPr id="448" name="Google Shape;448;p30"/>
          <p:cNvPicPr preferRelativeResize="0"/>
          <p:nvPr/>
        </p:nvPicPr>
        <p:blipFill rotWithShape="1">
          <a:blip r:embed="rId3">
            <a:alphaModFix/>
          </a:blip>
          <a:srcRect b="0" l="0" r="0" t="0"/>
          <a:stretch/>
        </p:blipFill>
        <p:spPr>
          <a:xfrm>
            <a:off x="6016800" y="2509626"/>
            <a:ext cx="2914475" cy="22201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455" name="Google Shape;455;p31"/>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56" name="Google Shape;456;p31"/>
          <p:cNvSpPr txBox="1"/>
          <p:nvPr/>
        </p:nvSpPr>
        <p:spPr>
          <a:xfrm>
            <a:off x="818550" y="255825"/>
            <a:ext cx="7506900" cy="13182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3500"/>
              <a:buFont typeface="Arial"/>
              <a:buNone/>
            </a:pPr>
            <a:r>
              <a:rPr b="0" i="0" lang="ja" sz="3500" u="none" cap="none" strike="noStrike">
                <a:solidFill>
                  <a:srgbClr val="434343"/>
                </a:solidFill>
                <a:latin typeface="Kosugi Maru"/>
                <a:ea typeface="Kosugi Maru"/>
                <a:cs typeface="Kosugi Maru"/>
                <a:sym typeface="Kosugi Maru"/>
              </a:rPr>
              <a:t>育脳子育てカウンセラーは</a:t>
            </a:r>
            <a:endParaRPr b="0" i="0" sz="35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500"/>
              <a:buFont typeface="Arial"/>
              <a:buNone/>
            </a:pPr>
            <a:r>
              <a:rPr b="0" i="0" lang="ja" sz="3500" u="none" cap="none" strike="noStrike">
                <a:solidFill>
                  <a:srgbClr val="434343"/>
                </a:solidFill>
                <a:latin typeface="Kosugi Maru"/>
                <a:ea typeface="Kosugi Maru"/>
                <a:cs typeface="Kosugi Maru"/>
                <a:sym typeface="Kosugi Maru"/>
              </a:rPr>
              <a:t>これらを</a:t>
            </a:r>
            <a:r>
              <a:rPr b="0" i="0" lang="ja" sz="3500" u="none" cap="none" strike="noStrike">
                <a:solidFill>
                  <a:srgbClr val="EF84C9"/>
                </a:solidFill>
                <a:latin typeface="Kosugi Maru"/>
                <a:ea typeface="Kosugi Maru"/>
                <a:cs typeface="Kosugi Maru"/>
                <a:sym typeface="Kosugi Maru"/>
              </a:rPr>
              <a:t>解消できる</a:t>
            </a:r>
            <a:r>
              <a:rPr b="0" i="0" lang="ja" sz="3500" u="none" cap="none" strike="noStrike">
                <a:solidFill>
                  <a:srgbClr val="434343"/>
                </a:solidFill>
                <a:latin typeface="Kosugi Maru"/>
                <a:ea typeface="Kosugi Maru"/>
                <a:cs typeface="Kosugi Maru"/>
                <a:sym typeface="Kosugi Maru"/>
              </a:rPr>
              <a:t>！</a:t>
            </a:r>
            <a:endParaRPr b="0" i="0" sz="3500" u="none" cap="none" strike="noStrike">
              <a:solidFill>
                <a:srgbClr val="434343"/>
              </a:solidFill>
              <a:latin typeface="Kosugi Maru"/>
              <a:ea typeface="Kosugi Maru"/>
              <a:cs typeface="Kosugi Maru"/>
              <a:sym typeface="Kosugi Maru"/>
            </a:endParaRPr>
          </a:p>
        </p:txBody>
      </p:sp>
      <p:pic>
        <p:nvPicPr>
          <p:cNvPr id="457" name="Google Shape;457;p31"/>
          <p:cNvPicPr preferRelativeResize="0"/>
          <p:nvPr/>
        </p:nvPicPr>
        <p:blipFill rotWithShape="1">
          <a:blip r:embed="rId3">
            <a:alphaModFix/>
          </a:blip>
          <a:srcRect b="0" l="0" r="0" t="0"/>
          <a:stretch/>
        </p:blipFill>
        <p:spPr>
          <a:xfrm>
            <a:off x="152400" y="1858325"/>
            <a:ext cx="8839199" cy="21369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2"/>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464" name="Google Shape;464;p32"/>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65" name="Google Shape;465;p32"/>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育脳子育てカウンセラーなら</a:t>
            </a:r>
            <a:endParaRPr b="0" i="0" sz="2600" u="none" cap="none" strike="noStrike">
              <a:solidFill>
                <a:srgbClr val="434343"/>
              </a:solidFill>
              <a:latin typeface="Kosugi Maru"/>
              <a:ea typeface="Kosugi Maru"/>
              <a:cs typeface="Kosugi Maru"/>
              <a:sym typeface="Kosugi Maru"/>
            </a:endParaRPr>
          </a:p>
        </p:txBody>
      </p:sp>
      <p:cxnSp>
        <p:nvCxnSpPr>
          <p:cNvPr id="466" name="Google Shape;466;p32"/>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467" name="Google Shape;467;p32"/>
          <p:cNvSpPr txBox="1"/>
          <p:nvPr/>
        </p:nvSpPr>
        <p:spPr>
          <a:xfrm>
            <a:off x="1402950" y="2271150"/>
            <a:ext cx="6912600" cy="1152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オンラインツールで</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クイックな対応◯</a:t>
            </a:r>
            <a:endParaRPr b="0" i="0" sz="3000" u="none" cap="none" strike="noStrike">
              <a:solidFill>
                <a:schemeClr val="dk1"/>
              </a:solidFill>
              <a:latin typeface="Kosugi Maru"/>
              <a:ea typeface="Kosugi Maru"/>
              <a:cs typeface="Kosugi Maru"/>
              <a:sym typeface="Kosugi Maru"/>
            </a:endParaRPr>
          </a:p>
        </p:txBody>
      </p:sp>
      <p:pic>
        <p:nvPicPr>
          <p:cNvPr id="468" name="Google Shape;468;p32"/>
          <p:cNvPicPr preferRelativeResize="0"/>
          <p:nvPr/>
        </p:nvPicPr>
        <p:blipFill rotWithShape="1">
          <a:blip r:embed="rId3">
            <a:alphaModFix/>
          </a:blip>
          <a:srcRect b="0" l="0" r="0" t="0"/>
          <a:stretch/>
        </p:blipFill>
        <p:spPr>
          <a:xfrm>
            <a:off x="5691550" y="1963475"/>
            <a:ext cx="2904225" cy="25175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3"/>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475" name="Google Shape;475;p33"/>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76" name="Google Shape;476;p33"/>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育脳子育てカウンセラーなら</a:t>
            </a:r>
            <a:endParaRPr b="0" i="0" sz="2600" u="none" cap="none" strike="noStrike">
              <a:solidFill>
                <a:srgbClr val="434343"/>
              </a:solidFill>
              <a:latin typeface="Kosugi Maru"/>
              <a:ea typeface="Kosugi Maru"/>
              <a:cs typeface="Kosugi Maru"/>
              <a:sym typeface="Kosugi Maru"/>
            </a:endParaRPr>
          </a:p>
        </p:txBody>
      </p:sp>
      <p:cxnSp>
        <p:nvCxnSpPr>
          <p:cNvPr id="477" name="Google Shape;477;p33"/>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478" name="Google Shape;478;p33"/>
          <p:cNvSpPr txBox="1"/>
          <p:nvPr/>
        </p:nvSpPr>
        <p:spPr>
          <a:xfrm>
            <a:off x="1402950" y="2271150"/>
            <a:ext cx="6912600" cy="1152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心の距離が近いので</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相談しやすい</a:t>
            </a:r>
            <a:endParaRPr b="0" i="0" sz="3000" u="none" cap="none" strike="noStrike">
              <a:solidFill>
                <a:schemeClr val="dk1"/>
              </a:solidFill>
              <a:latin typeface="Kosugi Maru"/>
              <a:ea typeface="Kosugi Maru"/>
              <a:cs typeface="Kosugi Maru"/>
              <a:sym typeface="Kosugi Maru"/>
            </a:endParaRPr>
          </a:p>
        </p:txBody>
      </p:sp>
      <p:pic>
        <p:nvPicPr>
          <p:cNvPr id="479" name="Google Shape;479;p33"/>
          <p:cNvPicPr preferRelativeResize="0"/>
          <p:nvPr/>
        </p:nvPicPr>
        <p:blipFill rotWithShape="1">
          <a:blip r:embed="rId3">
            <a:alphaModFix/>
          </a:blip>
          <a:srcRect b="0" l="0" r="0" t="0"/>
          <a:stretch/>
        </p:blipFill>
        <p:spPr>
          <a:xfrm>
            <a:off x="5887851" y="2271150"/>
            <a:ext cx="2627499" cy="2496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4"/>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486" name="Google Shape;486;p34"/>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87" name="Google Shape;487;p34"/>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育脳子育てカウンセラーなら</a:t>
            </a:r>
            <a:endParaRPr b="0" i="0" sz="2600" u="none" cap="none" strike="noStrike">
              <a:solidFill>
                <a:srgbClr val="434343"/>
              </a:solidFill>
              <a:latin typeface="Kosugi Maru"/>
              <a:ea typeface="Kosugi Maru"/>
              <a:cs typeface="Kosugi Maru"/>
              <a:sym typeface="Kosugi Maru"/>
            </a:endParaRPr>
          </a:p>
        </p:txBody>
      </p:sp>
      <p:cxnSp>
        <p:nvCxnSpPr>
          <p:cNvPr id="488" name="Google Shape;488;p34"/>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489" name="Google Shape;489;p34"/>
          <p:cNvSpPr txBox="1"/>
          <p:nvPr/>
        </p:nvSpPr>
        <p:spPr>
          <a:xfrm>
            <a:off x="828450" y="2320913"/>
            <a:ext cx="6912600" cy="1152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要求が明確「育脳」</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→サポートも明確「育脳」</a:t>
            </a:r>
            <a:endParaRPr b="0" i="0" sz="3000" u="none" cap="none" strike="noStrike">
              <a:solidFill>
                <a:schemeClr val="dk1"/>
              </a:solidFill>
              <a:latin typeface="Kosugi Maru"/>
              <a:ea typeface="Kosugi Maru"/>
              <a:cs typeface="Kosugi Maru"/>
              <a:sym typeface="Kosugi Maru"/>
            </a:endParaRPr>
          </a:p>
        </p:txBody>
      </p:sp>
      <p:pic>
        <p:nvPicPr>
          <p:cNvPr id="490" name="Google Shape;490;p34"/>
          <p:cNvPicPr preferRelativeResize="0"/>
          <p:nvPr/>
        </p:nvPicPr>
        <p:blipFill rotWithShape="1">
          <a:blip r:embed="rId3">
            <a:alphaModFix/>
          </a:blip>
          <a:srcRect b="0" l="0" r="0" t="0"/>
          <a:stretch/>
        </p:blipFill>
        <p:spPr>
          <a:xfrm>
            <a:off x="5669825" y="1866975"/>
            <a:ext cx="2845525" cy="29509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5"/>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497" name="Google Shape;497;p35"/>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498" name="Google Shape;498;p35"/>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育脳子育てカウンセラーなら</a:t>
            </a:r>
            <a:endParaRPr b="0" i="0" sz="2600" u="none" cap="none" strike="noStrike">
              <a:solidFill>
                <a:srgbClr val="434343"/>
              </a:solidFill>
              <a:latin typeface="Kosugi Maru"/>
              <a:ea typeface="Kosugi Maru"/>
              <a:cs typeface="Kosugi Maru"/>
              <a:sym typeface="Kosugi Maru"/>
            </a:endParaRPr>
          </a:p>
        </p:txBody>
      </p:sp>
      <p:cxnSp>
        <p:nvCxnSpPr>
          <p:cNvPr id="499" name="Google Shape;499;p35"/>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500" name="Google Shape;500;p35"/>
          <p:cNvSpPr txBox="1"/>
          <p:nvPr/>
        </p:nvSpPr>
        <p:spPr>
          <a:xfrm>
            <a:off x="1188125" y="1853313"/>
            <a:ext cx="6912600" cy="1152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信頼ある人からのアドバイスだから</a:t>
            </a:r>
            <a:endParaRPr b="0" i="0" sz="30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chemeClr val="dk1"/>
                </a:solidFill>
                <a:latin typeface="Kosugi Maru"/>
                <a:ea typeface="Kosugi Maru"/>
                <a:cs typeface="Kosugi Maru"/>
                <a:sym typeface="Kosugi Maru"/>
              </a:rPr>
              <a:t>迷わない</a:t>
            </a:r>
            <a:endParaRPr b="0" i="0" sz="3000" u="none" cap="none" strike="noStrike">
              <a:solidFill>
                <a:schemeClr val="dk1"/>
              </a:solidFill>
              <a:latin typeface="Kosugi Maru"/>
              <a:ea typeface="Kosugi Maru"/>
              <a:cs typeface="Kosugi Maru"/>
              <a:sym typeface="Kosugi Maru"/>
            </a:endParaRPr>
          </a:p>
        </p:txBody>
      </p:sp>
      <p:pic>
        <p:nvPicPr>
          <p:cNvPr id="501" name="Google Shape;501;p35"/>
          <p:cNvPicPr preferRelativeResize="0"/>
          <p:nvPr/>
        </p:nvPicPr>
        <p:blipFill rotWithShape="1">
          <a:blip r:embed="rId3">
            <a:alphaModFix/>
          </a:blip>
          <a:srcRect b="0" l="0" r="0" t="0"/>
          <a:stretch/>
        </p:blipFill>
        <p:spPr>
          <a:xfrm>
            <a:off x="5223800" y="2898375"/>
            <a:ext cx="3701124" cy="1854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6"/>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508" name="Google Shape;508;p36"/>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pic>
        <p:nvPicPr>
          <p:cNvPr id="509" name="Google Shape;509;p36"/>
          <p:cNvPicPr preferRelativeResize="0"/>
          <p:nvPr/>
        </p:nvPicPr>
        <p:blipFill rotWithShape="1">
          <a:blip r:embed="rId3">
            <a:alphaModFix/>
          </a:blip>
          <a:srcRect b="0" l="0" r="0" t="0"/>
          <a:stretch/>
        </p:blipFill>
        <p:spPr>
          <a:xfrm>
            <a:off x="714400" y="741200"/>
            <a:ext cx="7715250" cy="4152900"/>
          </a:xfrm>
          <a:prstGeom prst="rect">
            <a:avLst/>
          </a:prstGeom>
          <a:noFill/>
          <a:ln>
            <a:noFill/>
          </a:ln>
        </p:spPr>
      </p:pic>
      <p:sp>
        <p:nvSpPr>
          <p:cNvPr id="510" name="Google Shape;510;p36"/>
          <p:cNvSpPr txBox="1"/>
          <p:nvPr/>
        </p:nvSpPr>
        <p:spPr>
          <a:xfrm>
            <a:off x="1198950" y="0"/>
            <a:ext cx="7803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なぜこのサービスがお仕事になるのか？</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7"/>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517" name="Google Shape;517;p37"/>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518" name="Google Shape;518;p37"/>
          <p:cNvSpPr txBox="1"/>
          <p:nvPr/>
        </p:nvSpPr>
        <p:spPr>
          <a:xfrm>
            <a:off x="818575" y="1354675"/>
            <a:ext cx="7506900" cy="27459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・なぜこのサービスがお仕事になるのか？</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・何をすることでお仕事になるのか？</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・どんな風にお仕事をするのか？</a:t>
            </a:r>
            <a:endParaRPr b="0" i="0" sz="3000" u="none" cap="none" strike="noStrike">
              <a:solidFill>
                <a:srgbClr val="434343"/>
              </a:solidFill>
              <a:latin typeface="Kosugi Maru"/>
              <a:ea typeface="Kosugi Maru"/>
              <a:cs typeface="Kosugi Maru"/>
              <a:sym typeface="Kosugi Maru"/>
            </a:endParaRPr>
          </a:p>
        </p:txBody>
      </p:sp>
      <p:sp>
        <p:nvSpPr>
          <p:cNvPr id="519" name="Google Shape;519;p37"/>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本日の流れ</a:t>
            </a:r>
            <a:endParaRPr b="0" i="0" sz="2600" u="none" cap="none" strike="noStrike">
              <a:solidFill>
                <a:srgbClr val="434343"/>
              </a:solidFill>
              <a:latin typeface="Kosugi Maru"/>
              <a:ea typeface="Kosugi Maru"/>
              <a:cs typeface="Kosugi Maru"/>
              <a:sym typeface="Kosugi Maru"/>
            </a:endParaRPr>
          </a:p>
        </p:txBody>
      </p:sp>
      <p:cxnSp>
        <p:nvCxnSpPr>
          <p:cNvPr id="520" name="Google Shape;520;p37"/>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521" name="Google Shape;521;p37"/>
          <p:cNvSpPr/>
          <p:nvPr/>
        </p:nvSpPr>
        <p:spPr>
          <a:xfrm>
            <a:off x="691950" y="2248080"/>
            <a:ext cx="8038800" cy="959100"/>
          </a:xfrm>
          <a:prstGeom prst="roundRect">
            <a:avLst>
              <a:gd fmla="val 16667" name="adj"/>
            </a:avLst>
          </a:prstGeom>
          <a:noFill/>
          <a:ln cap="flat" cmpd="sng" w="76200">
            <a:solidFill>
              <a:srgbClr val="EF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8"/>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528" name="Google Shape;528;p38"/>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529" name="Google Shape;529;p38"/>
          <p:cNvSpPr txBox="1"/>
          <p:nvPr/>
        </p:nvSpPr>
        <p:spPr>
          <a:xfrm>
            <a:off x="878500" y="1508250"/>
            <a:ext cx="7506900" cy="21270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3600"/>
              <a:buFont typeface="Arial"/>
              <a:buNone/>
            </a:pPr>
            <a:r>
              <a:rPr b="0" i="0" lang="ja" sz="3600" u="none" cap="none" strike="noStrike">
                <a:solidFill>
                  <a:srgbClr val="434343"/>
                </a:solidFill>
                <a:latin typeface="Kosugi Maru"/>
                <a:ea typeface="Kosugi Maru"/>
                <a:cs typeface="Kosugi Maru"/>
                <a:sym typeface="Kosugi Maru"/>
              </a:rPr>
              <a:t>基本は</a:t>
            </a:r>
            <a:endParaRPr b="0" i="0" sz="36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600"/>
              <a:buFont typeface="Arial"/>
              <a:buNone/>
            </a:pPr>
            <a:r>
              <a:t/>
            </a:r>
            <a:endParaRPr b="0" i="0" sz="36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4500"/>
              <a:buFont typeface="Arial"/>
              <a:buNone/>
            </a:pPr>
            <a:r>
              <a:rPr b="0" i="0" lang="ja" sz="4500" u="none" cap="none" strike="noStrike">
                <a:solidFill>
                  <a:srgbClr val="EF84C9"/>
                </a:solidFill>
                <a:latin typeface="Kosugi Maru"/>
                <a:ea typeface="Kosugi Maru"/>
                <a:cs typeface="Kosugi Maru"/>
                <a:sym typeface="Kosugi Maru"/>
              </a:rPr>
              <a:t>ヒアリング</a:t>
            </a:r>
            <a:r>
              <a:rPr b="0" i="0" lang="ja" sz="4500" u="none" cap="none" strike="noStrike">
                <a:solidFill>
                  <a:srgbClr val="666666"/>
                </a:solidFill>
                <a:latin typeface="Kosugi Maru"/>
                <a:ea typeface="Kosugi Maru"/>
                <a:cs typeface="Kosugi Maru"/>
                <a:sym typeface="Kosugi Maru"/>
              </a:rPr>
              <a:t>と</a:t>
            </a:r>
            <a:r>
              <a:rPr b="0" i="0" lang="ja" sz="4500" u="none" cap="none" strike="noStrike">
                <a:solidFill>
                  <a:srgbClr val="EF84C9"/>
                </a:solidFill>
                <a:latin typeface="Kosugi Maru"/>
                <a:ea typeface="Kosugi Maru"/>
                <a:cs typeface="Kosugi Maru"/>
                <a:sym typeface="Kosugi Maru"/>
              </a:rPr>
              <a:t>提案</a:t>
            </a:r>
            <a:endParaRPr b="0" i="0" sz="6600" u="none" cap="none" strike="noStrike">
              <a:solidFill>
                <a:srgbClr val="EF84C9"/>
              </a:solidFill>
              <a:latin typeface="Kosugi Maru"/>
              <a:ea typeface="Kosugi Maru"/>
              <a:cs typeface="Kosugi Maru"/>
              <a:sym typeface="Kosugi Maru"/>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9"/>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536" name="Google Shape;536;p39"/>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537" name="Google Shape;537;p39"/>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ヒアリングの項目</a:t>
            </a:r>
            <a:endParaRPr b="0" i="0" sz="2600" u="none" cap="none" strike="noStrike">
              <a:solidFill>
                <a:srgbClr val="434343"/>
              </a:solidFill>
              <a:latin typeface="Kosugi Maru"/>
              <a:ea typeface="Kosugi Maru"/>
              <a:cs typeface="Kosugi Maru"/>
              <a:sym typeface="Kosugi Maru"/>
            </a:endParaRPr>
          </a:p>
        </p:txBody>
      </p:sp>
      <p:cxnSp>
        <p:nvCxnSpPr>
          <p:cNvPr id="538" name="Google Shape;538;p39"/>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539" name="Google Shape;539;p39"/>
          <p:cNvSpPr txBox="1"/>
          <p:nvPr/>
        </p:nvSpPr>
        <p:spPr>
          <a:xfrm>
            <a:off x="818575" y="1354675"/>
            <a:ext cx="7506900" cy="27459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chemeClr val="dk1"/>
              </a:buClr>
              <a:buSzPts val="1100"/>
              <a:buFont typeface="Arial"/>
              <a:buNone/>
            </a:pPr>
            <a:r>
              <a:rPr b="0" i="0" lang="ja" sz="3000" u="none" cap="none" strike="noStrike">
                <a:solidFill>
                  <a:srgbClr val="434343"/>
                </a:solidFill>
                <a:latin typeface="Kosugi Maru"/>
                <a:ea typeface="Kosugi Maru"/>
                <a:cs typeface="Kosugi Maru"/>
                <a:sym typeface="Kosugi Maru"/>
              </a:rPr>
              <a:t>・お困りごとを聞く</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・「こうなりたい」を聞く</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・ママの状況やメンタルも伺う</a:t>
            </a:r>
            <a:endParaRPr b="0" i="0" sz="30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0"/>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546" name="Google Shape;546;p40"/>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547" name="Google Shape;547;p40"/>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提案の内容</a:t>
            </a:r>
            <a:endParaRPr b="0" i="0" sz="2600" u="none" cap="none" strike="noStrike">
              <a:solidFill>
                <a:srgbClr val="434343"/>
              </a:solidFill>
              <a:latin typeface="Kosugi Maru"/>
              <a:ea typeface="Kosugi Maru"/>
              <a:cs typeface="Kosugi Maru"/>
              <a:sym typeface="Kosugi Maru"/>
            </a:endParaRPr>
          </a:p>
        </p:txBody>
      </p:sp>
      <p:cxnSp>
        <p:nvCxnSpPr>
          <p:cNvPr id="548" name="Google Shape;548;p40"/>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549" name="Google Shape;549;p40"/>
          <p:cNvSpPr txBox="1"/>
          <p:nvPr/>
        </p:nvSpPr>
        <p:spPr>
          <a:xfrm>
            <a:off x="1916375" y="1354675"/>
            <a:ext cx="6409200" cy="27459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大きく２つ</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・お子様の育脳サポート</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・ママのサポート</a:t>
            </a:r>
            <a:endParaRPr b="0" i="0" sz="30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556" name="Google Shape;556;p41"/>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557" name="Google Shape;557;p41"/>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ママのサポートについて</a:t>
            </a:r>
            <a:endParaRPr b="0" i="0" sz="2600" u="none" cap="none" strike="noStrike">
              <a:solidFill>
                <a:srgbClr val="434343"/>
              </a:solidFill>
              <a:latin typeface="Kosugi Maru"/>
              <a:ea typeface="Kosugi Maru"/>
              <a:cs typeface="Kosugi Maru"/>
              <a:sym typeface="Kosugi Maru"/>
            </a:endParaRPr>
          </a:p>
        </p:txBody>
      </p:sp>
      <p:cxnSp>
        <p:nvCxnSpPr>
          <p:cNvPr id="558" name="Google Shape;558;p41"/>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pic>
        <p:nvPicPr>
          <p:cNvPr id="559" name="Google Shape;559;p41"/>
          <p:cNvPicPr preferRelativeResize="0"/>
          <p:nvPr/>
        </p:nvPicPr>
        <p:blipFill rotWithShape="1">
          <a:blip r:embed="rId3">
            <a:alphaModFix/>
          </a:blip>
          <a:srcRect b="0" l="0" r="0" t="0"/>
          <a:stretch/>
        </p:blipFill>
        <p:spPr>
          <a:xfrm>
            <a:off x="685188" y="1025426"/>
            <a:ext cx="7773671" cy="37924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2"/>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566" name="Google Shape;566;p42"/>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567" name="Google Shape;567;p42"/>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ママのサポートについて</a:t>
            </a:r>
            <a:endParaRPr b="0" i="0" sz="2600" u="none" cap="none" strike="noStrike">
              <a:solidFill>
                <a:srgbClr val="434343"/>
              </a:solidFill>
              <a:latin typeface="Kosugi Maru"/>
              <a:ea typeface="Kosugi Maru"/>
              <a:cs typeface="Kosugi Maru"/>
              <a:sym typeface="Kosugi Maru"/>
            </a:endParaRPr>
          </a:p>
        </p:txBody>
      </p:sp>
      <p:cxnSp>
        <p:nvCxnSpPr>
          <p:cNvPr id="568" name="Google Shape;568;p42"/>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569" name="Google Shape;569;p42"/>
          <p:cNvSpPr txBox="1"/>
          <p:nvPr/>
        </p:nvSpPr>
        <p:spPr>
          <a:xfrm>
            <a:off x="2106150" y="1764600"/>
            <a:ext cx="6409200" cy="2214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sng" cap="none" strike="noStrike">
                <a:solidFill>
                  <a:srgbClr val="434343"/>
                </a:solidFill>
                <a:latin typeface="Kosugi Maru"/>
                <a:ea typeface="Kosugi Maru"/>
                <a:cs typeface="Kosugi Maru"/>
                <a:sym typeface="Kosugi Maru"/>
              </a:rPr>
              <a:t>チャットサポート</a:t>
            </a:r>
            <a:endParaRPr b="0" i="0" sz="3000" u="sng"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3000" u="none" cap="none" strike="noStrike">
                <a:solidFill>
                  <a:srgbClr val="434343"/>
                </a:solidFill>
                <a:latin typeface="Kosugi Maru"/>
                <a:ea typeface="Kosugi Maru"/>
                <a:cs typeface="Kosugi Maru"/>
                <a:sym typeface="Kosugi Maru"/>
              </a:rPr>
              <a:t>　①個別チャット</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　②グループチャット</a:t>
            </a:r>
            <a:endParaRPr b="0" i="0" sz="30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3"/>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576" name="Google Shape;576;p43"/>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577" name="Google Shape;577;p43"/>
          <p:cNvSpPr txBox="1"/>
          <p:nvPr/>
        </p:nvSpPr>
        <p:spPr>
          <a:xfrm>
            <a:off x="0" y="-12"/>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グループチャットのイメージ</a:t>
            </a:r>
            <a:endParaRPr b="0" i="0" sz="2600" u="none" cap="none" strike="noStrike">
              <a:solidFill>
                <a:srgbClr val="434343"/>
              </a:solidFill>
              <a:latin typeface="Kosugi Maru"/>
              <a:ea typeface="Kosugi Maru"/>
              <a:cs typeface="Kosugi Maru"/>
              <a:sym typeface="Kosugi Maru"/>
            </a:endParaRPr>
          </a:p>
        </p:txBody>
      </p:sp>
      <p:cxnSp>
        <p:nvCxnSpPr>
          <p:cNvPr id="578" name="Google Shape;578;p43"/>
          <p:cNvCxnSpPr/>
          <p:nvPr/>
        </p:nvCxnSpPr>
        <p:spPr>
          <a:xfrm>
            <a:off x="828425" y="633900"/>
            <a:ext cx="7487100" cy="0"/>
          </a:xfrm>
          <a:prstGeom prst="straightConnector1">
            <a:avLst/>
          </a:prstGeom>
          <a:noFill/>
          <a:ln cap="flat" cmpd="sng" w="28575">
            <a:solidFill>
              <a:srgbClr val="EF84C9"/>
            </a:solidFill>
            <a:prstDash val="solid"/>
            <a:round/>
            <a:headEnd len="sm" w="sm" type="none"/>
            <a:tailEnd len="sm" w="sm" type="none"/>
          </a:ln>
        </p:spPr>
      </p:cxnSp>
      <p:pic>
        <p:nvPicPr>
          <p:cNvPr id="579" name="Google Shape;579;p43"/>
          <p:cNvPicPr preferRelativeResize="0"/>
          <p:nvPr/>
        </p:nvPicPr>
        <p:blipFill rotWithShape="1">
          <a:blip r:embed="rId3">
            <a:alphaModFix/>
          </a:blip>
          <a:srcRect b="0" l="0" r="0" t="0"/>
          <a:stretch/>
        </p:blipFill>
        <p:spPr>
          <a:xfrm>
            <a:off x="925425" y="743514"/>
            <a:ext cx="7390090" cy="40743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4"/>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586" name="Google Shape;586;p44"/>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587" name="Google Shape;587;p44"/>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カウンセリングシート</a:t>
            </a:r>
            <a:endParaRPr b="0" i="0" sz="2600" u="none" cap="none" strike="noStrike">
              <a:solidFill>
                <a:srgbClr val="434343"/>
              </a:solidFill>
              <a:latin typeface="Kosugi Maru"/>
              <a:ea typeface="Kosugi Maru"/>
              <a:cs typeface="Kosugi Maru"/>
              <a:sym typeface="Kosugi Maru"/>
            </a:endParaRPr>
          </a:p>
        </p:txBody>
      </p:sp>
      <p:cxnSp>
        <p:nvCxnSpPr>
          <p:cNvPr id="588" name="Google Shape;588;p44"/>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pic>
        <p:nvPicPr>
          <p:cNvPr id="589" name="Google Shape;589;p44"/>
          <p:cNvPicPr preferRelativeResize="0"/>
          <p:nvPr/>
        </p:nvPicPr>
        <p:blipFill rotWithShape="1">
          <a:blip r:embed="rId3">
            <a:alphaModFix/>
          </a:blip>
          <a:srcRect b="0" l="0" r="0" t="0"/>
          <a:stretch/>
        </p:blipFill>
        <p:spPr>
          <a:xfrm>
            <a:off x="152400" y="1080025"/>
            <a:ext cx="8760433" cy="3687250"/>
          </a:xfrm>
          <a:prstGeom prst="rect">
            <a:avLst/>
          </a:prstGeom>
          <a:noFill/>
          <a:ln>
            <a:noFill/>
          </a:ln>
        </p:spPr>
      </p:pic>
      <p:sp>
        <p:nvSpPr>
          <p:cNvPr id="590" name="Google Shape;590;p44"/>
          <p:cNvSpPr/>
          <p:nvPr/>
        </p:nvSpPr>
        <p:spPr>
          <a:xfrm>
            <a:off x="216450" y="1287900"/>
            <a:ext cx="2940300" cy="3342600"/>
          </a:xfrm>
          <a:prstGeom prst="roundRect">
            <a:avLst>
              <a:gd fmla="val 16667" name="adj"/>
            </a:avLst>
          </a:prstGeom>
          <a:solidFill>
            <a:srgbClr val="CCCCCC">
              <a:alpha val="74117"/>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ja" sz="2300" u="none" cap="none" strike="noStrike">
                <a:solidFill>
                  <a:srgbClr val="E6658C"/>
                </a:solidFill>
                <a:latin typeface="Calibri"/>
                <a:ea typeface="Calibri"/>
                <a:cs typeface="Calibri"/>
                <a:sym typeface="Calibri"/>
              </a:rPr>
              <a:t>情報整理の部分</a:t>
            </a:r>
            <a:endParaRPr b="0" i="0" sz="2300" u="none" cap="none" strike="noStrike">
              <a:solidFill>
                <a:srgbClr val="E6658C"/>
              </a:solidFill>
              <a:latin typeface="Calibri"/>
              <a:ea typeface="Calibri"/>
              <a:cs typeface="Calibri"/>
              <a:sym typeface="Calibri"/>
            </a:endParaRPr>
          </a:p>
        </p:txBody>
      </p:sp>
      <p:sp>
        <p:nvSpPr>
          <p:cNvPr id="591" name="Google Shape;591;p44"/>
          <p:cNvSpPr/>
          <p:nvPr/>
        </p:nvSpPr>
        <p:spPr>
          <a:xfrm>
            <a:off x="3299200" y="1287900"/>
            <a:ext cx="5436600" cy="1575000"/>
          </a:xfrm>
          <a:prstGeom prst="roundRect">
            <a:avLst>
              <a:gd fmla="val 16667" name="adj"/>
            </a:avLst>
          </a:prstGeom>
          <a:solidFill>
            <a:srgbClr val="CCCCCC">
              <a:alpha val="74117"/>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Calibri"/>
                <a:ea typeface="Calibri"/>
                <a:cs typeface="Calibri"/>
                <a:sym typeface="Calibri"/>
              </a:rPr>
              <a:t>育脳の取り組み</a:t>
            </a:r>
            <a:endParaRPr b="0" i="0" sz="1400" u="none" cap="none" strike="noStrike">
              <a:solidFill>
                <a:srgbClr val="000000"/>
              </a:solidFill>
              <a:latin typeface="Calibri"/>
              <a:ea typeface="Calibri"/>
              <a:cs typeface="Calibri"/>
              <a:sym typeface="Calibri"/>
            </a:endParaRPr>
          </a:p>
        </p:txBody>
      </p:sp>
      <p:sp>
        <p:nvSpPr>
          <p:cNvPr id="592" name="Google Shape;592;p44"/>
          <p:cNvSpPr/>
          <p:nvPr/>
        </p:nvSpPr>
        <p:spPr>
          <a:xfrm>
            <a:off x="3240575" y="3174275"/>
            <a:ext cx="5436600" cy="1575000"/>
          </a:xfrm>
          <a:prstGeom prst="roundRect">
            <a:avLst>
              <a:gd fmla="val 16667" name="adj"/>
            </a:avLst>
          </a:prstGeom>
          <a:solidFill>
            <a:srgbClr val="CCCCCC">
              <a:alpha val="74117"/>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Calibri"/>
                <a:ea typeface="Calibri"/>
                <a:cs typeface="Calibri"/>
                <a:sym typeface="Calibri"/>
              </a:rPr>
              <a:t>カウンセリング計画</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45"/>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599" name="Google Shape;599;p45"/>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600" name="Google Shape;600;p45"/>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⭐️チャレンジワーク⭐️</a:t>
            </a:r>
            <a:endParaRPr b="0" i="0" sz="3200" u="none" cap="none" strike="noStrike">
              <a:solidFill>
                <a:srgbClr val="434343"/>
              </a:solidFill>
              <a:latin typeface="Kosugi Maru"/>
              <a:ea typeface="Kosugi Maru"/>
              <a:cs typeface="Kosugi Maru"/>
              <a:sym typeface="Kosugi Maru"/>
            </a:endParaRPr>
          </a:p>
        </p:txBody>
      </p:sp>
      <p:cxnSp>
        <p:nvCxnSpPr>
          <p:cNvPr id="601" name="Google Shape;601;p45"/>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602" name="Google Shape;602;p45"/>
          <p:cNvSpPr txBox="1"/>
          <p:nvPr/>
        </p:nvSpPr>
        <p:spPr>
          <a:xfrm>
            <a:off x="1216500" y="1899300"/>
            <a:ext cx="6711000" cy="19884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3600"/>
              <a:buFont typeface="Arial"/>
              <a:buNone/>
            </a:pPr>
            <a:r>
              <a:rPr b="0" i="0" lang="ja" sz="3600" u="none" cap="none" strike="noStrike">
                <a:solidFill>
                  <a:srgbClr val="434343"/>
                </a:solidFill>
                <a:latin typeface="Kosugi Maru"/>
                <a:ea typeface="Kosugi Maru"/>
                <a:cs typeface="Kosugi Maru"/>
                <a:sym typeface="Kosugi Maru"/>
              </a:rPr>
              <a:t>集団チャットの</a:t>
            </a:r>
            <a:endParaRPr b="0" i="0" sz="36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600"/>
              <a:buFont typeface="Arial"/>
              <a:buNone/>
            </a:pPr>
            <a:r>
              <a:rPr b="0" i="0" lang="ja" sz="3600" u="none" cap="none" strike="noStrike">
                <a:solidFill>
                  <a:srgbClr val="434343"/>
                </a:solidFill>
                <a:latin typeface="Kosugi Maru"/>
                <a:ea typeface="Kosugi Maru"/>
                <a:cs typeface="Kosugi Maru"/>
                <a:sym typeface="Kosugi Maru"/>
              </a:rPr>
              <a:t>やり取りシミュレーション</a:t>
            </a:r>
            <a:endParaRPr b="0" i="0" sz="36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600"/>
              <a:buFont typeface="Arial"/>
              <a:buNone/>
            </a:pPr>
            <a:r>
              <a:rPr b="0" i="0" lang="ja" sz="3600" u="none" cap="none" strike="noStrike">
                <a:solidFill>
                  <a:srgbClr val="434343"/>
                </a:solidFill>
                <a:latin typeface="Kosugi Maru"/>
                <a:ea typeface="Kosugi Maru"/>
                <a:cs typeface="Kosugi Maru"/>
                <a:sym typeface="Kosugi Maru"/>
              </a:rPr>
              <a:t>です</a:t>
            </a:r>
            <a:endParaRPr b="0" i="0" sz="36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id="608" name="Google Shape;608;p46"/>
          <p:cNvPicPr preferRelativeResize="0"/>
          <p:nvPr/>
        </p:nvPicPr>
        <p:blipFill rotWithShape="1">
          <a:blip r:embed="rId3">
            <a:alphaModFix/>
          </a:blip>
          <a:srcRect b="0" l="0" r="0" t="0"/>
          <a:stretch/>
        </p:blipFill>
        <p:spPr>
          <a:xfrm>
            <a:off x="900375" y="936575"/>
            <a:ext cx="2612450" cy="1704875"/>
          </a:xfrm>
          <a:prstGeom prst="rect">
            <a:avLst/>
          </a:prstGeom>
          <a:noFill/>
          <a:ln>
            <a:noFill/>
          </a:ln>
        </p:spPr>
      </p:pic>
      <p:sp>
        <p:nvSpPr>
          <p:cNvPr id="609" name="Google Shape;609;p46"/>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610" name="Google Shape;610;p46"/>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611" name="Google Shape;611;p46"/>
          <p:cNvSpPr txBox="1"/>
          <p:nvPr/>
        </p:nvSpPr>
        <p:spPr>
          <a:xfrm>
            <a:off x="25" y="378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⭐️チャレンジワーク①⭐️</a:t>
            </a:r>
            <a:endParaRPr b="0" i="0" sz="3200" u="none" cap="none" strike="noStrike">
              <a:solidFill>
                <a:srgbClr val="434343"/>
              </a:solidFill>
              <a:latin typeface="Kosugi Maru"/>
              <a:ea typeface="Kosugi Maru"/>
              <a:cs typeface="Kosugi Maru"/>
              <a:sym typeface="Kosugi Maru"/>
            </a:endParaRPr>
          </a:p>
        </p:txBody>
      </p:sp>
      <p:cxnSp>
        <p:nvCxnSpPr>
          <p:cNvPr id="612" name="Google Shape;612;p46"/>
          <p:cNvCxnSpPr/>
          <p:nvPr/>
        </p:nvCxnSpPr>
        <p:spPr>
          <a:xfrm>
            <a:off x="828450" y="671725"/>
            <a:ext cx="7487100" cy="0"/>
          </a:xfrm>
          <a:prstGeom prst="straightConnector1">
            <a:avLst/>
          </a:prstGeom>
          <a:noFill/>
          <a:ln cap="flat" cmpd="sng" w="28575">
            <a:solidFill>
              <a:srgbClr val="EF84C9"/>
            </a:solidFill>
            <a:prstDash val="solid"/>
            <a:round/>
            <a:headEnd len="sm" w="sm" type="none"/>
            <a:tailEnd len="sm" w="sm" type="none"/>
          </a:ln>
        </p:spPr>
      </p:cxnSp>
      <p:sp>
        <p:nvSpPr>
          <p:cNvPr id="613" name="Google Shape;613;p46"/>
          <p:cNvSpPr txBox="1"/>
          <p:nvPr/>
        </p:nvSpPr>
        <p:spPr>
          <a:xfrm>
            <a:off x="383625" y="780725"/>
            <a:ext cx="255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E6658C"/>
                </a:solidFill>
                <a:latin typeface="Kosugi Maru"/>
                <a:ea typeface="Kosugi Maru"/>
                <a:cs typeface="Kosugi Maru"/>
                <a:sym typeface="Kosugi Maru"/>
              </a:rPr>
              <a:t>長女Aちゃん：3歳</a:t>
            </a:r>
            <a:endParaRPr b="0" i="0" sz="1400" u="none" cap="none" strike="noStrike">
              <a:solidFill>
                <a:srgbClr val="E6658C"/>
              </a:solidFill>
              <a:latin typeface="Kosugi Maru"/>
              <a:ea typeface="Kosugi Maru"/>
              <a:cs typeface="Kosugi Maru"/>
              <a:sym typeface="Kosugi Maru"/>
            </a:endParaRPr>
          </a:p>
        </p:txBody>
      </p:sp>
      <p:sp>
        <p:nvSpPr>
          <p:cNvPr id="614" name="Google Shape;614;p46"/>
          <p:cNvSpPr txBox="1"/>
          <p:nvPr/>
        </p:nvSpPr>
        <p:spPr>
          <a:xfrm>
            <a:off x="580500" y="2571750"/>
            <a:ext cx="43812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E6658C"/>
                </a:solidFill>
                <a:latin typeface="Arial"/>
                <a:ea typeface="Arial"/>
                <a:cs typeface="Arial"/>
                <a:sym typeface="Arial"/>
              </a:rPr>
              <a:t>【困りごと投稿】</a:t>
            </a:r>
            <a:endParaRPr b="0" i="0" sz="1400" u="none" cap="none" strike="noStrike">
              <a:solidFill>
                <a:srgbClr val="E6658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E6658C"/>
                </a:solidFill>
                <a:latin typeface="Arial"/>
                <a:ea typeface="Arial"/>
                <a:cs typeface="Arial"/>
                <a:sym typeface="Arial"/>
              </a:rPr>
              <a:t>上の子（Aちゃん）がやきもちを焼いて</a:t>
            </a:r>
            <a:endParaRPr b="0" i="0" sz="1400" u="none" cap="none" strike="noStrike">
              <a:solidFill>
                <a:srgbClr val="E6658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E6658C"/>
                </a:solidFill>
                <a:latin typeface="Arial"/>
                <a:ea typeface="Arial"/>
                <a:cs typeface="Arial"/>
                <a:sym typeface="Arial"/>
              </a:rPr>
              <a:t>下の子にいじわるをするように</a:t>
            </a:r>
            <a:endParaRPr b="0" i="0" sz="1400" u="none" cap="none" strike="noStrike">
              <a:solidFill>
                <a:srgbClr val="E6658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E6658C"/>
                </a:solidFill>
                <a:latin typeface="Arial"/>
                <a:ea typeface="Arial"/>
                <a:cs typeface="Arial"/>
                <a:sym typeface="Arial"/>
              </a:rPr>
              <a:t>なってしまいました。</a:t>
            </a:r>
            <a:endParaRPr b="0" i="0" sz="1400" u="none" cap="none" strike="noStrike">
              <a:solidFill>
                <a:srgbClr val="E6658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E6658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E6658C"/>
                </a:solidFill>
                <a:latin typeface="Arial"/>
                <a:ea typeface="Arial"/>
                <a:cs typeface="Arial"/>
                <a:sym typeface="Arial"/>
              </a:rPr>
              <a:t>上の子にもかまってあげたいと思うのですが</a:t>
            </a:r>
            <a:endParaRPr b="0" i="0" sz="1400" u="none" cap="none" strike="noStrike">
              <a:solidFill>
                <a:srgbClr val="E6658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E6658C"/>
                </a:solidFill>
                <a:latin typeface="Arial"/>
                <a:ea typeface="Arial"/>
                <a:cs typeface="Arial"/>
                <a:sym typeface="Arial"/>
              </a:rPr>
              <a:t>どうしても下の子に手がかかってしまって・・・</a:t>
            </a:r>
            <a:endParaRPr b="0" i="0" sz="1400" u="none" cap="none" strike="noStrike">
              <a:solidFill>
                <a:srgbClr val="E6658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E6658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E6658C"/>
                </a:solidFill>
                <a:latin typeface="Arial"/>
                <a:ea typeface="Arial"/>
                <a:cs typeface="Arial"/>
                <a:sym typeface="Arial"/>
              </a:rPr>
              <a:t>何か良い方法はないものでしょうか</a:t>
            </a:r>
            <a:endParaRPr b="0" i="0" sz="1400" u="none" cap="none" strike="noStrike">
              <a:solidFill>
                <a:srgbClr val="E6658C"/>
              </a:solidFill>
              <a:latin typeface="Arial"/>
              <a:ea typeface="Arial"/>
              <a:cs typeface="Arial"/>
              <a:sym typeface="Arial"/>
            </a:endParaRPr>
          </a:p>
        </p:txBody>
      </p:sp>
      <p:sp>
        <p:nvSpPr>
          <p:cNvPr id="615" name="Google Shape;615;p46"/>
          <p:cNvSpPr txBox="1"/>
          <p:nvPr/>
        </p:nvSpPr>
        <p:spPr>
          <a:xfrm>
            <a:off x="4961700" y="1441950"/>
            <a:ext cx="3803100" cy="255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正解はありませんが、</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こんな視点で考えてみましょう</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①ママの気持ちは？</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　ママの気持ちを考えた時に</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　どんな言葉を伝えると良いでしょうか？</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②3歳のお子様Aちゃんにできることは？</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　Aちゃんに困った行動を止めさせる、</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　というより、何か別の方向を示すことは</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　できないでしょうか？？</a:t>
            </a:r>
            <a:endParaRPr b="0" i="0" sz="1400" u="none" cap="none" strike="noStrike">
              <a:solidFill>
                <a:schemeClr val="dk1"/>
              </a:solidFill>
              <a:latin typeface="Arial"/>
              <a:ea typeface="Arial"/>
              <a:cs typeface="Arial"/>
              <a:sym typeface="Arial"/>
            </a:endParaRPr>
          </a:p>
        </p:txBody>
      </p:sp>
      <p:sp>
        <p:nvSpPr>
          <p:cNvPr id="616" name="Google Shape;616;p46"/>
          <p:cNvSpPr txBox="1"/>
          <p:nvPr/>
        </p:nvSpPr>
        <p:spPr>
          <a:xfrm>
            <a:off x="1894300" y="1443250"/>
            <a:ext cx="2432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E6658C"/>
                </a:solidFill>
                <a:latin typeface="Kosugi Maru"/>
                <a:ea typeface="Kosugi Maru"/>
                <a:cs typeface="Kosugi Maru"/>
                <a:sym typeface="Kosugi Maru"/>
              </a:rPr>
              <a:t>次女Bちゃん：6ヶ月</a:t>
            </a:r>
            <a:endParaRPr b="0" i="0" sz="1400" u="none" cap="none" strike="noStrike">
              <a:solidFill>
                <a:srgbClr val="E6658C"/>
              </a:solidFill>
              <a:latin typeface="Kosugi Maru"/>
              <a:ea typeface="Kosugi Maru"/>
              <a:cs typeface="Kosugi Maru"/>
              <a:sym typeface="Kosugi Maru"/>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p47"/>
          <p:cNvPicPr preferRelativeResize="0"/>
          <p:nvPr/>
        </p:nvPicPr>
        <p:blipFill rotWithShape="1">
          <a:blip r:embed="rId3">
            <a:alphaModFix/>
          </a:blip>
          <a:srcRect b="0" l="0" r="0" t="0"/>
          <a:stretch/>
        </p:blipFill>
        <p:spPr>
          <a:xfrm>
            <a:off x="74550" y="2694550"/>
            <a:ext cx="1034401" cy="2346625"/>
          </a:xfrm>
          <a:prstGeom prst="rect">
            <a:avLst/>
          </a:prstGeom>
          <a:noFill/>
          <a:ln>
            <a:noFill/>
          </a:ln>
        </p:spPr>
      </p:pic>
      <p:pic>
        <p:nvPicPr>
          <p:cNvPr id="623" name="Google Shape;623;p47"/>
          <p:cNvPicPr preferRelativeResize="0"/>
          <p:nvPr/>
        </p:nvPicPr>
        <p:blipFill rotWithShape="1">
          <a:blip r:embed="rId4">
            <a:alphaModFix/>
          </a:blip>
          <a:srcRect b="0" l="0" r="0" t="0"/>
          <a:stretch/>
        </p:blipFill>
        <p:spPr>
          <a:xfrm>
            <a:off x="729400" y="870550"/>
            <a:ext cx="3337825" cy="2055901"/>
          </a:xfrm>
          <a:prstGeom prst="rect">
            <a:avLst/>
          </a:prstGeom>
          <a:noFill/>
          <a:ln>
            <a:noFill/>
          </a:ln>
        </p:spPr>
      </p:pic>
      <p:sp>
        <p:nvSpPr>
          <p:cNvPr id="624" name="Google Shape;624;p47"/>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625" name="Google Shape;625;p47"/>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626" name="Google Shape;626;p47"/>
          <p:cNvSpPr txBox="1"/>
          <p:nvPr/>
        </p:nvSpPr>
        <p:spPr>
          <a:xfrm>
            <a:off x="25" y="378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⭐️チャレンジワーク②⭐️</a:t>
            </a:r>
            <a:endParaRPr b="0" i="0" sz="3200" u="none" cap="none" strike="noStrike">
              <a:solidFill>
                <a:srgbClr val="434343"/>
              </a:solidFill>
              <a:latin typeface="Kosugi Maru"/>
              <a:ea typeface="Kosugi Maru"/>
              <a:cs typeface="Kosugi Maru"/>
              <a:sym typeface="Kosugi Maru"/>
            </a:endParaRPr>
          </a:p>
        </p:txBody>
      </p:sp>
      <p:cxnSp>
        <p:nvCxnSpPr>
          <p:cNvPr id="627" name="Google Shape;627;p47"/>
          <p:cNvCxnSpPr/>
          <p:nvPr/>
        </p:nvCxnSpPr>
        <p:spPr>
          <a:xfrm>
            <a:off x="828450" y="671725"/>
            <a:ext cx="7487100" cy="0"/>
          </a:xfrm>
          <a:prstGeom prst="straightConnector1">
            <a:avLst/>
          </a:prstGeom>
          <a:noFill/>
          <a:ln cap="flat" cmpd="sng" w="28575">
            <a:solidFill>
              <a:srgbClr val="EF84C9"/>
            </a:solidFill>
            <a:prstDash val="solid"/>
            <a:round/>
            <a:headEnd len="sm" w="sm" type="none"/>
            <a:tailEnd len="sm" w="sm" type="none"/>
          </a:ln>
        </p:spPr>
      </p:cxnSp>
      <p:sp>
        <p:nvSpPr>
          <p:cNvPr id="628" name="Google Shape;628;p47"/>
          <p:cNvSpPr txBox="1"/>
          <p:nvPr/>
        </p:nvSpPr>
        <p:spPr>
          <a:xfrm>
            <a:off x="536025" y="704525"/>
            <a:ext cx="129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E6658C"/>
                </a:solidFill>
                <a:latin typeface="Kosugi Maru"/>
                <a:ea typeface="Kosugi Maru"/>
                <a:cs typeface="Kosugi Maru"/>
                <a:sym typeface="Kosugi Maru"/>
              </a:rPr>
              <a:t>長男：8歳</a:t>
            </a:r>
            <a:endParaRPr b="0" i="0" sz="1400" u="none" cap="none" strike="noStrike">
              <a:solidFill>
                <a:srgbClr val="E6658C"/>
              </a:solidFill>
              <a:latin typeface="Kosugi Maru"/>
              <a:ea typeface="Kosugi Maru"/>
              <a:cs typeface="Kosugi Maru"/>
              <a:sym typeface="Kosugi Maru"/>
            </a:endParaRPr>
          </a:p>
        </p:txBody>
      </p:sp>
      <p:sp>
        <p:nvSpPr>
          <p:cNvPr id="629" name="Google Shape;629;p47"/>
          <p:cNvSpPr txBox="1"/>
          <p:nvPr/>
        </p:nvSpPr>
        <p:spPr>
          <a:xfrm>
            <a:off x="971875" y="3010375"/>
            <a:ext cx="4489200" cy="185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E6658C"/>
                </a:solidFill>
                <a:latin typeface="Arial"/>
                <a:ea typeface="Arial"/>
                <a:cs typeface="Arial"/>
                <a:sym typeface="Arial"/>
              </a:rPr>
              <a:t>【困りごと投稿】</a:t>
            </a:r>
            <a:endParaRPr b="0" i="0" sz="1400" u="none" cap="none" strike="noStrike">
              <a:solidFill>
                <a:srgbClr val="E6658C"/>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ja" sz="1200" u="none" cap="none" strike="noStrike">
                <a:solidFill>
                  <a:srgbClr val="E6658C"/>
                </a:solidFill>
                <a:latin typeface="Arial"/>
                <a:ea typeface="Arial"/>
                <a:cs typeface="Arial"/>
                <a:sym typeface="Arial"/>
              </a:rPr>
              <a:t>「お風呂掃除をしようとしたら、そろそろお腹が</a:t>
            </a:r>
            <a:endParaRPr b="0" i="0" sz="1200" u="none" cap="none" strike="noStrike">
              <a:solidFill>
                <a:srgbClr val="E6658C"/>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ja" sz="1200" u="none" cap="none" strike="noStrike">
                <a:solidFill>
                  <a:srgbClr val="E6658C"/>
                </a:solidFill>
                <a:latin typeface="Arial"/>
                <a:ea typeface="Arial"/>
                <a:cs typeface="Arial"/>
                <a:sym typeface="Arial"/>
              </a:rPr>
              <a:t>　つっかえて底まで綺麗に掃除できない」</a:t>
            </a:r>
            <a:endParaRPr b="0" i="0" sz="1200" u="none" cap="none" strike="noStrike">
              <a:solidFill>
                <a:srgbClr val="E6658C"/>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ja" sz="1200" u="none" cap="none" strike="noStrike">
                <a:solidFill>
                  <a:srgbClr val="E6658C"/>
                </a:solidFill>
                <a:latin typeface="Arial"/>
                <a:ea typeface="Arial"/>
                <a:cs typeface="Arial"/>
                <a:sym typeface="Arial"/>
              </a:rPr>
              <a:t>　と夫に相談したんです。</a:t>
            </a:r>
            <a:endParaRPr b="0" i="0" sz="1200" u="none" cap="none" strike="noStrike">
              <a:solidFill>
                <a:srgbClr val="E6658C"/>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rgbClr val="E6658C"/>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ja" sz="1200" u="none" cap="none" strike="noStrike">
                <a:solidFill>
                  <a:srgbClr val="E6658C"/>
                </a:solidFill>
                <a:latin typeface="Arial"/>
                <a:ea typeface="Arial"/>
                <a:cs typeface="Arial"/>
                <a:sym typeface="Arial"/>
              </a:rPr>
              <a:t>そうしたら、「一緒に買い物に行こう」と言われ、</a:t>
            </a:r>
            <a:endParaRPr b="0" i="0" sz="1200" u="none" cap="none" strike="noStrike">
              <a:solidFill>
                <a:srgbClr val="E6658C"/>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ja" sz="1200" u="none" cap="none" strike="noStrike">
                <a:solidFill>
                  <a:srgbClr val="E6658C"/>
                </a:solidFill>
                <a:latin typeface="Arial"/>
                <a:ea typeface="Arial"/>
                <a:cs typeface="Arial"/>
                <a:sym typeface="Arial"/>
              </a:rPr>
              <a:t>柄のついたスポンジを買ってくれただけだったんですよ。</a:t>
            </a:r>
            <a:endParaRPr b="0" i="0" sz="1200" u="none" cap="none" strike="noStrike">
              <a:solidFill>
                <a:srgbClr val="E6658C"/>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ja" sz="1200" u="none" cap="none" strike="noStrike">
                <a:solidFill>
                  <a:srgbClr val="E6658C"/>
                </a:solidFill>
                <a:latin typeface="Arial"/>
                <a:ea typeface="Arial"/>
                <a:cs typeface="Arial"/>
                <a:sym typeface="Arial"/>
              </a:rPr>
              <a:t>どう思います、これ？？</a:t>
            </a:r>
            <a:endParaRPr b="0" i="0" sz="1400" u="none" cap="none" strike="noStrike">
              <a:solidFill>
                <a:srgbClr val="E6658C"/>
              </a:solidFill>
              <a:latin typeface="Arial"/>
              <a:ea typeface="Arial"/>
              <a:cs typeface="Arial"/>
              <a:sym typeface="Arial"/>
            </a:endParaRPr>
          </a:p>
        </p:txBody>
      </p:sp>
      <p:sp>
        <p:nvSpPr>
          <p:cNvPr id="630" name="Google Shape;630;p47"/>
          <p:cNvSpPr txBox="1"/>
          <p:nvPr/>
        </p:nvSpPr>
        <p:spPr>
          <a:xfrm>
            <a:off x="4961700" y="1441950"/>
            <a:ext cx="38031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正解はありませんが、</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こんな視点で考えてみましょう</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①ママの気持ちは？</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　ママの気持ちを考えた時に</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　どんな言葉を伝えると良いでしょうか？</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②長男さん、長女ちゃんにできることは</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chemeClr val="dk1"/>
                </a:solidFill>
                <a:latin typeface="Arial"/>
                <a:ea typeface="Arial"/>
                <a:cs typeface="Arial"/>
                <a:sym typeface="Arial"/>
              </a:rPr>
              <a:t>　何かないでしょうか？</a:t>
            </a:r>
            <a:endParaRPr b="0" i="0" sz="1400" u="none" cap="none" strike="noStrike">
              <a:solidFill>
                <a:schemeClr val="dk1"/>
              </a:solidFill>
              <a:latin typeface="Arial"/>
              <a:ea typeface="Arial"/>
              <a:cs typeface="Arial"/>
              <a:sym typeface="Arial"/>
            </a:endParaRPr>
          </a:p>
        </p:txBody>
      </p:sp>
      <p:sp>
        <p:nvSpPr>
          <p:cNvPr id="631" name="Google Shape;631;p47"/>
          <p:cNvSpPr txBox="1"/>
          <p:nvPr/>
        </p:nvSpPr>
        <p:spPr>
          <a:xfrm>
            <a:off x="3028975" y="795800"/>
            <a:ext cx="2432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E6658C"/>
                </a:solidFill>
                <a:latin typeface="Kosugi Maru"/>
                <a:ea typeface="Kosugi Maru"/>
                <a:cs typeface="Kosugi Maru"/>
                <a:sym typeface="Kosugi Maru"/>
              </a:rPr>
              <a:t>妊娠：9ヶ月</a:t>
            </a:r>
            <a:endParaRPr b="0" i="0" sz="1400" u="none" cap="none" strike="noStrike">
              <a:solidFill>
                <a:srgbClr val="E6658C"/>
              </a:solidFill>
              <a:latin typeface="Kosugi Maru"/>
              <a:ea typeface="Kosugi Maru"/>
              <a:cs typeface="Kosugi Maru"/>
              <a:sym typeface="Kosugi Maru"/>
            </a:endParaRPr>
          </a:p>
        </p:txBody>
      </p:sp>
      <p:sp>
        <p:nvSpPr>
          <p:cNvPr id="632" name="Google Shape;632;p47"/>
          <p:cNvSpPr txBox="1"/>
          <p:nvPr/>
        </p:nvSpPr>
        <p:spPr>
          <a:xfrm>
            <a:off x="1751813" y="1041750"/>
            <a:ext cx="129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E6658C"/>
                </a:solidFill>
                <a:latin typeface="Kosugi Maru"/>
                <a:ea typeface="Kosugi Maru"/>
                <a:cs typeface="Kosugi Maru"/>
                <a:sym typeface="Kosugi Maru"/>
              </a:rPr>
              <a:t>長女：4歳</a:t>
            </a:r>
            <a:endParaRPr b="0" i="0" sz="1400" u="none" cap="none" strike="noStrike">
              <a:solidFill>
                <a:srgbClr val="E6658C"/>
              </a:solidFill>
              <a:latin typeface="Kosugi Maru"/>
              <a:ea typeface="Kosugi Maru"/>
              <a:cs typeface="Kosugi Maru"/>
              <a:sym typeface="Kosugi Maru"/>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48"/>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639" name="Google Shape;639;p48"/>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640" name="Google Shape;640;p48"/>
          <p:cNvSpPr txBox="1"/>
          <p:nvPr/>
        </p:nvSpPr>
        <p:spPr>
          <a:xfrm>
            <a:off x="1216500" y="1899300"/>
            <a:ext cx="6711000" cy="13512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3600"/>
              <a:buFont typeface="Arial"/>
              <a:buNone/>
            </a:pPr>
            <a:r>
              <a:rPr b="0" i="0" lang="ja" sz="3600" u="none" cap="none" strike="noStrike">
                <a:solidFill>
                  <a:srgbClr val="434343"/>
                </a:solidFill>
                <a:latin typeface="Kosugi Maru"/>
                <a:ea typeface="Kosugi Maru"/>
                <a:cs typeface="Kosugi Maru"/>
                <a:sym typeface="Kosugi Maru"/>
              </a:rPr>
              <a:t>ワーク</a:t>
            </a:r>
            <a:endParaRPr b="0" i="0" sz="36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600"/>
              <a:buFont typeface="Arial"/>
              <a:buNone/>
            </a:pPr>
            <a:r>
              <a:rPr b="0" i="0" lang="ja" sz="3600" u="none" cap="none" strike="noStrike">
                <a:solidFill>
                  <a:srgbClr val="434343"/>
                </a:solidFill>
                <a:latin typeface="Kosugi Maru"/>
                <a:ea typeface="Kosugi Maru"/>
                <a:cs typeface="Kosugi Maru"/>
                <a:sym typeface="Kosugi Maru"/>
              </a:rPr>
              <a:t>どうでしたか？？</a:t>
            </a:r>
            <a:endParaRPr b="0" i="0" sz="36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49"/>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647" name="Google Shape;647;p49"/>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648" name="Google Shape;648;p49"/>
          <p:cNvSpPr txBox="1"/>
          <p:nvPr/>
        </p:nvSpPr>
        <p:spPr>
          <a:xfrm>
            <a:off x="818575" y="1354675"/>
            <a:ext cx="7506900" cy="27459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・なぜこのサービスがお仕事になるのか？</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・何をすることでお仕事になるのか？</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・どんな風にお仕事をするのか？</a:t>
            </a:r>
            <a:endParaRPr b="0" i="0" sz="3000" u="none" cap="none" strike="noStrike">
              <a:solidFill>
                <a:srgbClr val="434343"/>
              </a:solidFill>
              <a:latin typeface="Kosugi Maru"/>
              <a:ea typeface="Kosugi Maru"/>
              <a:cs typeface="Kosugi Maru"/>
              <a:sym typeface="Kosugi Maru"/>
            </a:endParaRPr>
          </a:p>
        </p:txBody>
      </p:sp>
      <p:sp>
        <p:nvSpPr>
          <p:cNvPr id="649" name="Google Shape;649;p49"/>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本日の流れ</a:t>
            </a:r>
            <a:endParaRPr b="0" i="0" sz="2600" u="none" cap="none" strike="noStrike">
              <a:solidFill>
                <a:srgbClr val="434343"/>
              </a:solidFill>
              <a:latin typeface="Kosugi Maru"/>
              <a:ea typeface="Kosugi Maru"/>
              <a:cs typeface="Kosugi Maru"/>
              <a:sym typeface="Kosugi Maru"/>
            </a:endParaRPr>
          </a:p>
        </p:txBody>
      </p:sp>
      <p:cxnSp>
        <p:nvCxnSpPr>
          <p:cNvPr id="650" name="Google Shape;650;p49"/>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651" name="Google Shape;651;p49"/>
          <p:cNvSpPr/>
          <p:nvPr/>
        </p:nvSpPr>
        <p:spPr>
          <a:xfrm>
            <a:off x="667975" y="3291180"/>
            <a:ext cx="8038800" cy="959100"/>
          </a:xfrm>
          <a:prstGeom prst="roundRect">
            <a:avLst>
              <a:gd fmla="val 16667" name="adj"/>
            </a:avLst>
          </a:prstGeom>
          <a:noFill/>
          <a:ln cap="flat" cmpd="sng" w="76200">
            <a:solidFill>
              <a:srgbClr val="EF84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50"/>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658" name="Google Shape;658;p50"/>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659" name="Google Shape;659;p50"/>
          <p:cNvSpPr txBox="1"/>
          <p:nvPr/>
        </p:nvSpPr>
        <p:spPr>
          <a:xfrm>
            <a:off x="25" y="378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イメージとしては</a:t>
            </a:r>
            <a:endParaRPr b="0" i="0" sz="3200" u="none" cap="none" strike="noStrike">
              <a:solidFill>
                <a:srgbClr val="434343"/>
              </a:solidFill>
              <a:latin typeface="Kosugi Maru"/>
              <a:ea typeface="Kosugi Maru"/>
              <a:cs typeface="Kosugi Maru"/>
              <a:sym typeface="Kosugi Maru"/>
            </a:endParaRPr>
          </a:p>
        </p:txBody>
      </p:sp>
      <p:cxnSp>
        <p:nvCxnSpPr>
          <p:cNvPr id="660" name="Google Shape;660;p50"/>
          <p:cNvCxnSpPr/>
          <p:nvPr/>
        </p:nvCxnSpPr>
        <p:spPr>
          <a:xfrm>
            <a:off x="828450" y="671725"/>
            <a:ext cx="7487100" cy="0"/>
          </a:xfrm>
          <a:prstGeom prst="straightConnector1">
            <a:avLst/>
          </a:prstGeom>
          <a:noFill/>
          <a:ln cap="flat" cmpd="sng" w="28575">
            <a:solidFill>
              <a:srgbClr val="EF84C9"/>
            </a:solidFill>
            <a:prstDash val="solid"/>
            <a:round/>
            <a:headEnd len="sm" w="sm" type="none"/>
            <a:tailEnd len="sm" w="sm" type="none"/>
          </a:ln>
        </p:spPr>
      </p:cxnSp>
      <p:pic>
        <p:nvPicPr>
          <p:cNvPr id="661" name="Google Shape;661;p50"/>
          <p:cNvPicPr preferRelativeResize="0"/>
          <p:nvPr/>
        </p:nvPicPr>
        <p:blipFill rotWithShape="1">
          <a:blip r:embed="rId3">
            <a:alphaModFix/>
          </a:blip>
          <a:srcRect b="0" l="0" r="0" t="0"/>
          <a:stretch/>
        </p:blipFill>
        <p:spPr>
          <a:xfrm>
            <a:off x="895750" y="714926"/>
            <a:ext cx="7285023" cy="405235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5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668" name="Google Shape;668;p51"/>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669" name="Google Shape;669;p51"/>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お客様と繋がる</a:t>
            </a:r>
            <a:endParaRPr b="0" i="0" sz="2600" u="none" cap="none" strike="noStrike">
              <a:solidFill>
                <a:srgbClr val="434343"/>
              </a:solidFill>
              <a:latin typeface="Kosugi Maru"/>
              <a:ea typeface="Kosugi Maru"/>
              <a:cs typeface="Kosugi Maru"/>
              <a:sym typeface="Kosugi Maru"/>
            </a:endParaRPr>
          </a:p>
        </p:txBody>
      </p:sp>
      <p:cxnSp>
        <p:nvCxnSpPr>
          <p:cNvPr id="670" name="Google Shape;670;p51"/>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pic>
        <p:nvPicPr>
          <p:cNvPr id="671" name="Google Shape;671;p51"/>
          <p:cNvPicPr preferRelativeResize="0"/>
          <p:nvPr/>
        </p:nvPicPr>
        <p:blipFill rotWithShape="1">
          <a:blip r:embed="rId3">
            <a:alphaModFix/>
          </a:blip>
          <a:srcRect b="0" l="0" r="0" t="0"/>
          <a:stretch/>
        </p:blipFill>
        <p:spPr>
          <a:xfrm>
            <a:off x="6106675" y="1960547"/>
            <a:ext cx="2759950" cy="2806727"/>
          </a:xfrm>
          <a:prstGeom prst="rect">
            <a:avLst/>
          </a:prstGeom>
          <a:noFill/>
          <a:ln>
            <a:noFill/>
          </a:ln>
        </p:spPr>
      </p:pic>
      <p:sp>
        <p:nvSpPr>
          <p:cNvPr id="672" name="Google Shape;672;p51"/>
          <p:cNvSpPr txBox="1"/>
          <p:nvPr/>
        </p:nvSpPr>
        <p:spPr>
          <a:xfrm>
            <a:off x="731525" y="1389300"/>
            <a:ext cx="6912600" cy="29652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2700"/>
              <a:buFont typeface="Arial"/>
              <a:buNone/>
            </a:pPr>
            <a:r>
              <a:rPr b="0" i="0" lang="ja" sz="2700" u="sng" cap="none" strike="noStrike">
                <a:solidFill>
                  <a:schemeClr val="dk1"/>
                </a:solidFill>
                <a:latin typeface="Kosugi Maru"/>
                <a:ea typeface="Kosugi Maru"/>
                <a:cs typeface="Kosugi Maru"/>
                <a:sym typeface="Kosugi Maru"/>
              </a:rPr>
              <a:t>オンライン</a:t>
            </a:r>
            <a:endParaRPr b="0" i="0" sz="27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700"/>
              <a:buFont typeface="Arial"/>
              <a:buNone/>
            </a:pPr>
            <a:r>
              <a:rPr b="0" i="0" lang="ja" sz="2700" u="none" cap="none" strike="noStrike">
                <a:solidFill>
                  <a:schemeClr val="dk1"/>
                </a:solidFill>
                <a:latin typeface="Kosugi Maru"/>
                <a:ea typeface="Kosugi Maru"/>
                <a:cs typeface="Kosugi Maru"/>
                <a:sym typeface="Kosugi Maru"/>
              </a:rPr>
              <a:t>　・SNS</a:t>
            </a:r>
            <a:endParaRPr b="0" i="0" sz="27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700"/>
              <a:buFont typeface="Arial"/>
              <a:buNone/>
            </a:pPr>
            <a:r>
              <a:t/>
            </a:r>
            <a:endParaRPr b="0" i="0" sz="27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700"/>
              <a:buFont typeface="Arial"/>
              <a:buNone/>
            </a:pPr>
            <a:r>
              <a:rPr b="0" i="0" lang="ja" sz="2700" u="sng" cap="none" strike="noStrike">
                <a:solidFill>
                  <a:schemeClr val="dk1"/>
                </a:solidFill>
                <a:latin typeface="Kosugi Maru"/>
                <a:ea typeface="Kosugi Maru"/>
                <a:cs typeface="Kosugi Maru"/>
                <a:sym typeface="Kosugi Maru"/>
              </a:rPr>
              <a:t>リアル</a:t>
            </a:r>
            <a:endParaRPr b="0" i="0" sz="2700" u="sng"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700"/>
              <a:buFont typeface="Arial"/>
              <a:buNone/>
            </a:pPr>
            <a:r>
              <a:rPr b="0" i="0" lang="ja" sz="2700" u="none" cap="none" strike="noStrike">
                <a:solidFill>
                  <a:schemeClr val="dk1"/>
                </a:solidFill>
                <a:latin typeface="Kosugi Maru"/>
                <a:ea typeface="Kosugi Maru"/>
                <a:cs typeface="Kosugi Maru"/>
                <a:sym typeface="Kosugi Maru"/>
              </a:rPr>
              <a:t>　・大型イベントに参加</a:t>
            </a:r>
            <a:endParaRPr b="0" i="0" sz="27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700"/>
              <a:buFont typeface="Arial"/>
              <a:buNone/>
            </a:pPr>
            <a:r>
              <a:rPr b="0" i="0" lang="ja" sz="2700" u="none" cap="none" strike="noStrike">
                <a:solidFill>
                  <a:schemeClr val="dk1"/>
                </a:solidFill>
                <a:latin typeface="Kosugi Maru"/>
                <a:ea typeface="Kosugi Maru"/>
                <a:cs typeface="Kosugi Maru"/>
                <a:sym typeface="Kosugi Maru"/>
              </a:rPr>
              <a:t>　・体験教室を口コミしてもらう</a:t>
            </a:r>
            <a:endParaRPr b="0" i="0" sz="2700" u="none" cap="none" strike="noStrike">
              <a:solidFill>
                <a:schemeClr val="dk1"/>
              </a:solidFill>
              <a:latin typeface="Kosugi Maru"/>
              <a:ea typeface="Kosugi Maru"/>
              <a:cs typeface="Kosugi Maru"/>
              <a:sym typeface="Kosugi Maru"/>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2"/>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679" name="Google Shape;679;p52"/>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680" name="Google Shape;680;p52"/>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マッチング打ち合わせ</a:t>
            </a:r>
            <a:endParaRPr b="0" i="0" sz="2600" u="none" cap="none" strike="noStrike">
              <a:solidFill>
                <a:srgbClr val="434343"/>
              </a:solidFill>
              <a:latin typeface="Kosugi Maru"/>
              <a:ea typeface="Kosugi Maru"/>
              <a:cs typeface="Kosugi Maru"/>
              <a:sym typeface="Kosugi Maru"/>
            </a:endParaRPr>
          </a:p>
        </p:txBody>
      </p:sp>
      <p:cxnSp>
        <p:nvCxnSpPr>
          <p:cNvPr id="681" name="Google Shape;681;p52"/>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pic>
        <p:nvPicPr>
          <p:cNvPr id="682" name="Google Shape;682;p52"/>
          <p:cNvPicPr preferRelativeResize="0"/>
          <p:nvPr/>
        </p:nvPicPr>
        <p:blipFill rotWithShape="1">
          <a:blip r:embed="rId3">
            <a:alphaModFix/>
          </a:blip>
          <a:srcRect b="0" l="0" r="0" t="0"/>
          <a:stretch/>
        </p:blipFill>
        <p:spPr>
          <a:xfrm>
            <a:off x="5741025" y="2714550"/>
            <a:ext cx="2649701" cy="1949349"/>
          </a:xfrm>
          <a:prstGeom prst="rect">
            <a:avLst/>
          </a:prstGeom>
          <a:noFill/>
          <a:ln>
            <a:noFill/>
          </a:ln>
        </p:spPr>
      </p:pic>
      <p:sp>
        <p:nvSpPr>
          <p:cNvPr id="683" name="Google Shape;683;p52"/>
          <p:cNvSpPr txBox="1"/>
          <p:nvPr/>
        </p:nvSpPr>
        <p:spPr>
          <a:xfrm>
            <a:off x="1175125" y="1221450"/>
            <a:ext cx="6912600" cy="20091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chemeClr val="dk1"/>
              </a:buClr>
              <a:buSzPts val="1100"/>
              <a:buFont typeface="Arial"/>
              <a:buNone/>
            </a:pPr>
            <a:r>
              <a:rPr b="0" i="0" lang="ja" sz="2700" u="none" cap="none" strike="noStrike">
                <a:solidFill>
                  <a:schemeClr val="dk1"/>
                </a:solidFill>
                <a:latin typeface="Kosugi Maru"/>
                <a:ea typeface="Kosugi Maru"/>
                <a:cs typeface="Kosugi Maru"/>
                <a:sym typeface="Kosugi Maru"/>
              </a:rPr>
              <a:t>やれること（オファー）の説明</a:t>
            </a:r>
            <a:endParaRPr b="0" i="0" sz="27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700"/>
              <a:buFont typeface="Arial"/>
              <a:buNone/>
            </a:pPr>
            <a:r>
              <a:t/>
            </a:r>
            <a:endParaRPr b="0" i="0" sz="27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chemeClr val="dk1"/>
              </a:buClr>
              <a:buSzPts val="1100"/>
              <a:buFont typeface="Arial"/>
              <a:buNone/>
            </a:pPr>
            <a:r>
              <a:rPr b="0" i="0" lang="ja" sz="2700" u="none" cap="none" strike="noStrike">
                <a:solidFill>
                  <a:schemeClr val="dk1"/>
                </a:solidFill>
                <a:latin typeface="Kosugi Maru"/>
                <a:ea typeface="Kosugi Maru"/>
                <a:cs typeface="Kosugi Maru"/>
                <a:sym typeface="Kosugi Maru"/>
              </a:rPr>
              <a:t>サービス期間と価格の説明と合意確認</a:t>
            </a:r>
            <a:endParaRPr b="0" i="0" sz="27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700"/>
              <a:buFont typeface="Arial"/>
              <a:buNone/>
            </a:pPr>
            <a:r>
              <a:t/>
            </a:r>
            <a:endParaRPr b="0" i="0" sz="2700" u="none" cap="none" strike="noStrike">
              <a:solidFill>
                <a:schemeClr val="dk1"/>
              </a:solidFill>
              <a:latin typeface="Kosugi Maru"/>
              <a:ea typeface="Kosugi Maru"/>
              <a:cs typeface="Kosugi Maru"/>
              <a:sym typeface="Kosugi Maru"/>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53"/>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690" name="Google Shape;690;p53"/>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691" name="Google Shape;691;p53"/>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サポート終了時</a:t>
            </a:r>
            <a:endParaRPr b="0" i="0" sz="2600" u="none" cap="none" strike="noStrike">
              <a:solidFill>
                <a:srgbClr val="434343"/>
              </a:solidFill>
              <a:latin typeface="Kosugi Maru"/>
              <a:ea typeface="Kosugi Maru"/>
              <a:cs typeface="Kosugi Maru"/>
              <a:sym typeface="Kosugi Maru"/>
            </a:endParaRPr>
          </a:p>
        </p:txBody>
      </p:sp>
      <p:cxnSp>
        <p:nvCxnSpPr>
          <p:cNvPr id="692" name="Google Shape;692;p53"/>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pic>
        <p:nvPicPr>
          <p:cNvPr id="693" name="Google Shape;693;p53"/>
          <p:cNvPicPr preferRelativeResize="0"/>
          <p:nvPr/>
        </p:nvPicPr>
        <p:blipFill rotWithShape="1">
          <a:blip r:embed="rId3">
            <a:alphaModFix/>
          </a:blip>
          <a:srcRect b="0" l="0" r="0" t="0"/>
          <a:stretch/>
        </p:blipFill>
        <p:spPr>
          <a:xfrm>
            <a:off x="2431927" y="1273337"/>
            <a:ext cx="4152476" cy="324775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54"/>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700" name="Google Shape;700;p54"/>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701" name="Google Shape;701;p54"/>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どんなビジネスでも悩むポイント</a:t>
            </a:r>
            <a:endParaRPr b="0" i="0" sz="2600" u="none" cap="none" strike="noStrike">
              <a:solidFill>
                <a:srgbClr val="434343"/>
              </a:solidFill>
              <a:latin typeface="Kosugi Maru"/>
              <a:ea typeface="Kosugi Maru"/>
              <a:cs typeface="Kosugi Maru"/>
              <a:sym typeface="Kosugi Maru"/>
            </a:endParaRPr>
          </a:p>
        </p:txBody>
      </p:sp>
      <p:cxnSp>
        <p:nvCxnSpPr>
          <p:cNvPr id="702" name="Google Shape;702;p54"/>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pic>
        <p:nvPicPr>
          <p:cNvPr id="703" name="Google Shape;703;p54"/>
          <p:cNvPicPr preferRelativeResize="0"/>
          <p:nvPr/>
        </p:nvPicPr>
        <p:blipFill rotWithShape="1">
          <a:blip r:embed="rId3">
            <a:alphaModFix/>
          </a:blip>
          <a:srcRect b="0" l="0" r="0" t="0"/>
          <a:stretch/>
        </p:blipFill>
        <p:spPr>
          <a:xfrm>
            <a:off x="1183525" y="1053588"/>
            <a:ext cx="6632037" cy="36872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55"/>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710" name="Google Shape;710;p55"/>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711" name="Google Shape;711;p55"/>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講座でのバックアップ①</a:t>
            </a:r>
            <a:endParaRPr b="0" i="0" sz="2600" u="none" cap="none" strike="noStrike">
              <a:solidFill>
                <a:srgbClr val="434343"/>
              </a:solidFill>
              <a:latin typeface="Kosugi Maru"/>
              <a:ea typeface="Kosugi Maru"/>
              <a:cs typeface="Kosugi Maru"/>
              <a:sym typeface="Kosugi Maru"/>
            </a:endParaRPr>
          </a:p>
        </p:txBody>
      </p:sp>
      <p:cxnSp>
        <p:nvCxnSpPr>
          <p:cNvPr id="712" name="Google Shape;712;p55"/>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713" name="Google Shape;713;p55"/>
          <p:cNvSpPr txBox="1"/>
          <p:nvPr/>
        </p:nvSpPr>
        <p:spPr>
          <a:xfrm>
            <a:off x="1032250" y="1413275"/>
            <a:ext cx="6912600" cy="12126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600"/>
              <a:buFont typeface="Arial"/>
              <a:buNone/>
            </a:pPr>
            <a:r>
              <a:rPr b="0" i="0" lang="ja" sz="3600" u="none" cap="none" strike="noStrike">
                <a:solidFill>
                  <a:schemeClr val="dk1"/>
                </a:solidFill>
                <a:latin typeface="Kosugi Maru"/>
                <a:ea typeface="Kosugi Maru"/>
                <a:cs typeface="Kosugi Maru"/>
                <a:sym typeface="Kosugi Maru"/>
              </a:rPr>
              <a:t>実習制度</a:t>
            </a:r>
            <a:endParaRPr b="0" i="0" sz="36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700"/>
              <a:buFont typeface="Arial"/>
              <a:buNone/>
            </a:pPr>
            <a:r>
              <a:t/>
            </a:r>
            <a:endParaRPr b="0" i="0" sz="2700" u="none" cap="none" strike="noStrike">
              <a:solidFill>
                <a:schemeClr val="dk1"/>
              </a:solidFill>
              <a:latin typeface="Kosugi Maru"/>
              <a:ea typeface="Kosugi Maru"/>
              <a:cs typeface="Kosugi Maru"/>
              <a:sym typeface="Kosugi Maru"/>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pic>
        <p:nvPicPr>
          <p:cNvPr id="719" name="Google Shape;719;p56"/>
          <p:cNvPicPr preferRelativeResize="0"/>
          <p:nvPr/>
        </p:nvPicPr>
        <p:blipFill rotWithShape="1">
          <a:blip r:embed="rId3">
            <a:alphaModFix/>
          </a:blip>
          <a:srcRect b="0" l="0" r="0" t="0"/>
          <a:stretch/>
        </p:blipFill>
        <p:spPr>
          <a:xfrm>
            <a:off x="5159975" y="1136050"/>
            <a:ext cx="2904775" cy="3905120"/>
          </a:xfrm>
          <a:prstGeom prst="rect">
            <a:avLst/>
          </a:prstGeom>
          <a:noFill/>
          <a:ln>
            <a:noFill/>
          </a:ln>
        </p:spPr>
      </p:pic>
      <p:sp>
        <p:nvSpPr>
          <p:cNvPr id="720" name="Google Shape;720;p56"/>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721" name="Google Shape;721;p56"/>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722" name="Google Shape;722;p56"/>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講座でのバックアップ②</a:t>
            </a:r>
            <a:endParaRPr b="0" i="0" sz="2600" u="none" cap="none" strike="noStrike">
              <a:solidFill>
                <a:srgbClr val="434343"/>
              </a:solidFill>
              <a:latin typeface="Kosugi Maru"/>
              <a:ea typeface="Kosugi Maru"/>
              <a:cs typeface="Kosugi Maru"/>
              <a:sym typeface="Kosugi Maru"/>
            </a:endParaRPr>
          </a:p>
        </p:txBody>
      </p:sp>
      <p:cxnSp>
        <p:nvCxnSpPr>
          <p:cNvPr id="723" name="Google Shape;723;p56"/>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724" name="Google Shape;724;p56"/>
          <p:cNvSpPr txBox="1"/>
          <p:nvPr/>
        </p:nvSpPr>
        <p:spPr>
          <a:xfrm>
            <a:off x="1032250" y="1413275"/>
            <a:ext cx="6912600" cy="18498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600"/>
              <a:buFont typeface="Arial"/>
              <a:buNone/>
            </a:pPr>
            <a:r>
              <a:rPr b="0" i="0" lang="ja" sz="3600" u="none" cap="none" strike="noStrike">
                <a:solidFill>
                  <a:schemeClr val="dk1"/>
                </a:solidFill>
                <a:latin typeface="Kosugi Maru"/>
                <a:ea typeface="Kosugi Maru"/>
                <a:cs typeface="Kosugi Maru"/>
                <a:sym typeface="Kosugi Maru"/>
              </a:rPr>
              <a:t>みんなでサポート</a:t>
            </a:r>
            <a:endParaRPr b="0" i="0" sz="36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600"/>
              <a:buFont typeface="Arial"/>
              <a:buNone/>
            </a:pPr>
            <a:r>
              <a:rPr b="0" i="0" lang="ja" sz="3600" u="none" cap="none" strike="noStrike">
                <a:solidFill>
                  <a:schemeClr val="dk1"/>
                </a:solidFill>
                <a:latin typeface="Kosugi Maru"/>
                <a:ea typeface="Kosugi Maru"/>
                <a:cs typeface="Kosugi Maru"/>
                <a:sym typeface="Kosugi Maru"/>
              </a:rPr>
              <a:t>システム</a:t>
            </a:r>
            <a:endParaRPr b="0" i="0" sz="36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700"/>
              <a:buFont typeface="Arial"/>
              <a:buNone/>
            </a:pPr>
            <a:r>
              <a:t/>
            </a:r>
            <a:endParaRPr b="0" i="0" sz="2700" u="none" cap="none" strike="noStrike">
              <a:solidFill>
                <a:schemeClr val="dk1"/>
              </a:solidFill>
              <a:latin typeface="Kosugi Maru"/>
              <a:ea typeface="Kosugi Maru"/>
              <a:cs typeface="Kosugi Maru"/>
              <a:sym typeface="Kosugi Maru"/>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57"/>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育脳子育てカウンセラーの魅力</a:t>
            </a:r>
            <a:endParaRPr b="0" i="0" sz="3200" u="none" cap="none" strike="noStrike">
              <a:solidFill>
                <a:srgbClr val="434343"/>
              </a:solidFill>
              <a:latin typeface="Kosugi Maru"/>
              <a:ea typeface="Kosugi Maru"/>
              <a:cs typeface="Kosugi Maru"/>
              <a:sym typeface="Kosugi Maru"/>
            </a:endParaRPr>
          </a:p>
        </p:txBody>
      </p:sp>
      <p:cxnSp>
        <p:nvCxnSpPr>
          <p:cNvPr id="730" name="Google Shape;730;p57"/>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731" name="Google Shape;731;p57"/>
          <p:cNvSpPr txBox="1"/>
          <p:nvPr/>
        </p:nvSpPr>
        <p:spPr>
          <a:xfrm>
            <a:off x="1057200" y="2020200"/>
            <a:ext cx="7604100" cy="14637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800"/>
              <a:buFont typeface="Arial"/>
              <a:buNone/>
            </a:pPr>
            <a:r>
              <a:rPr b="0" i="0" lang="ja" sz="3800" u="none" cap="none" strike="noStrike">
                <a:solidFill>
                  <a:schemeClr val="dk1"/>
                </a:solidFill>
                <a:latin typeface="Kosugi Maru"/>
                <a:ea typeface="Kosugi Maru"/>
                <a:cs typeface="Kosugi Maru"/>
                <a:sym typeface="Kosugi Maru"/>
              </a:rPr>
              <a:t>その２　</a:t>
            </a:r>
            <a:endParaRPr b="0" i="0" sz="38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4100"/>
              <a:buFont typeface="Arial"/>
              <a:buNone/>
            </a:pPr>
            <a:r>
              <a:rPr b="0" i="0" lang="ja" sz="4100" u="none" cap="none" strike="noStrike">
                <a:solidFill>
                  <a:srgbClr val="EF84C9"/>
                </a:solidFill>
                <a:latin typeface="Kosugi Maru"/>
                <a:ea typeface="Kosugi Maru"/>
                <a:cs typeface="Kosugi Maru"/>
                <a:sym typeface="Kosugi Maru"/>
              </a:rPr>
              <a:t>子育て経験が武器になる</a:t>
            </a:r>
            <a:endParaRPr b="1" i="0" sz="4100" u="none" cap="none" strike="noStrike">
              <a:solidFill>
                <a:srgbClr val="EF84C9"/>
              </a:solidFill>
              <a:latin typeface="Kosugi Maru"/>
              <a:ea typeface="Kosugi Maru"/>
              <a:cs typeface="Kosugi Maru"/>
              <a:sym typeface="Kosugi Maru"/>
            </a:endParaRPr>
          </a:p>
        </p:txBody>
      </p:sp>
      <p:sp>
        <p:nvSpPr>
          <p:cNvPr id="732" name="Google Shape;732;p57"/>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58"/>
          <p:cNvSpPr txBox="1"/>
          <p:nvPr/>
        </p:nvSpPr>
        <p:spPr>
          <a:xfrm>
            <a:off x="25" y="342613"/>
            <a:ext cx="9144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ja" sz="3200" u="none" cap="none" strike="noStrike">
                <a:solidFill>
                  <a:srgbClr val="434343"/>
                </a:solidFill>
                <a:latin typeface="Kosugi Maru"/>
                <a:ea typeface="Kosugi Maru"/>
                <a:cs typeface="Kosugi Maru"/>
                <a:sym typeface="Kosugi Maru"/>
              </a:rPr>
              <a:t>育脳子育てカウンセラーの魅力</a:t>
            </a:r>
            <a:endParaRPr b="0" i="0" sz="3200" u="none" cap="none" strike="noStrike">
              <a:solidFill>
                <a:srgbClr val="434343"/>
              </a:solidFill>
              <a:latin typeface="Kosugi Maru"/>
              <a:ea typeface="Kosugi Maru"/>
              <a:cs typeface="Kosugi Maru"/>
              <a:sym typeface="Kosugi Maru"/>
            </a:endParaRPr>
          </a:p>
        </p:txBody>
      </p:sp>
      <p:cxnSp>
        <p:nvCxnSpPr>
          <p:cNvPr id="738" name="Google Shape;738;p58"/>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739" name="Google Shape;739;p58"/>
          <p:cNvSpPr txBox="1"/>
          <p:nvPr/>
        </p:nvSpPr>
        <p:spPr>
          <a:xfrm>
            <a:off x="1057200" y="2020200"/>
            <a:ext cx="7966800" cy="20238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3800"/>
              <a:buFont typeface="Arial"/>
              <a:buNone/>
            </a:pPr>
            <a:r>
              <a:rPr b="0" i="0" lang="ja" sz="3800" u="none" cap="none" strike="noStrike">
                <a:solidFill>
                  <a:schemeClr val="dk1"/>
                </a:solidFill>
                <a:latin typeface="Kosugi Maru"/>
                <a:ea typeface="Kosugi Maru"/>
                <a:cs typeface="Kosugi Maru"/>
                <a:sym typeface="Kosugi Maru"/>
              </a:rPr>
              <a:t>その３　</a:t>
            </a:r>
            <a:endParaRPr b="0" i="0" sz="3800" u="none" cap="none" strike="noStrike">
              <a:solidFill>
                <a:schemeClr val="dk1"/>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600"/>
              <a:buFont typeface="Arial"/>
              <a:buNone/>
            </a:pPr>
            <a:r>
              <a:rPr b="1" i="0" lang="ja" sz="3600" u="none" cap="none" strike="noStrike">
                <a:solidFill>
                  <a:srgbClr val="EF84C9"/>
                </a:solidFill>
                <a:latin typeface="Kosugi Maru"/>
                <a:ea typeface="Kosugi Maru"/>
                <a:cs typeface="Kosugi Maru"/>
                <a:sym typeface="Kosugi Maru"/>
              </a:rPr>
              <a:t>女性として喜びにも近い</a:t>
            </a:r>
            <a:endParaRPr b="1" i="0" sz="36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3600"/>
              <a:buFont typeface="Arial"/>
              <a:buNone/>
            </a:pPr>
            <a:r>
              <a:rPr b="1" i="0" lang="ja" sz="3600" u="none" cap="none" strike="noStrike">
                <a:solidFill>
                  <a:srgbClr val="EF84C9"/>
                </a:solidFill>
                <a:latin typeface="Kosugi Maru"/>
                <a:ea typeface="Kosugi Maru"/>
                <a:cs typeface="Kosugi Maru"/>
                <a:sym typeface="Kosugi Maru"/>
              </a:rPr>
              <a:t>"やりがい”をとても強く感じられる</a:t>
            </a:r>
            <a:endParaRPr b="1" i="0" sz="3600" u="none" cap="none" strike="noStrike">
              <a:solidFill>
                <a:srgbClr val="EF84C9"/>
              </a:solidFill>
              <a:latin typeface="Kosugi Maru"/>
              <a:ea typeface="Kosugi Maru"/>
              <a:cs typeface="Kosugi Maru"/>
              <a:sym typeface="Kosugi Maru"/>
            </a:endParaRPr>
          </a:p>
        </p:txBody>
      </p:sp>
      <p:sp>
        <p:nvSpPr>
          <p:cNvPr id="740" name="Google Shape;740;p58"/>
          <p:cNvSpPr txBox="1"/>
          <p:nvPr/>
        </p:nvSpPr>
        <p:spPr>
          <a:xfrm rot="-711717">
            <a:off x="-242771" y="184411"/>
            <a:ext cx="1856443" cy="60020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700"/>
              <a:buFont typeface="Arial"/>
              <a:buNone/>
            </a:pPr>
            <a:r>
              <a:rPr b="0" i="0" lang="ja" sz="2700" u="none" cap="none" strike="noStrike">
                <a:solidFill>
                  <a:srgbClr val="434343"/>
                </a:solidFill>
                <a:highlight>
                  <a:srgbClr val="FFE5F6"/>
                </a:highlight>
                <a:latin typeface="Kosugi Maru"/>
                <a:ea typeface="Kosugi Maru"/>
                <a:cs typeface="Kosugi Maru"/>
                <a:sym typeface="Kosugi Maru"/>
              </a:rPr>
              <a:t>おさらい</a:t>
            </a:r>
            <a:endParaRPr b="0" i="0" sz="2700" u="none" cap="none" strike="noStrike">
              <a:solidFill>
                <a:srgbClr val="434343"/>
              </a:solidFill>
              <a:highlight>
                <a:srgbClr val="FFE5F6"/>
              </a:highlight>
              <a:latin typeface="Kosugi Maru"/>
              <a:ea typeface="Kosugi Maru"/>
              <a:cs typeface="Kosugi Maru"/>
              <a:sym typeface="Kosugi Maru"/>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59"/>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747" name="Google Shape;747;p59"/>
          <p:cNvSpPr txBox="1"/>
          <p:nvPr>
            <p:ph idx="11" type="ftr"/>
          </p:nvPr>
        </p:nvSpPr>
        <p:spPr>
          <a:xfrm>
            <a:off x="3673925" y="4817225"/>
            <a:ext cx="23085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748" name="Google Shape;748;p59"/>
          <p:cNvSpPr txBox="1"/>
          <p:nvPr/>
        </p:nvSpPr>
        <p:spPr>
          <a:xfrm>
            <a:off x="0" y="-11287"/>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Day４のまとめ</a:t>
            </a:r>
            <a:endParaRPr b="0" i="0" sz="2600" u="none" cap="none" strike="noStrike">
              <a:solidFill>
                <a:srgbClr val="434343"/>
              </a:solidFill>
              <a:latin typeface="Kosugi Maru"/>
              <a:ea typeface="Kosugi Maru"/>
              <a:cs typeface="Kosugi Maru"/>
              <a:sym typeface="Kosugi Maru"/>
            </a:endParaRPr>
          </a:p>
        </p:txBody>
      </p:sp>
      <p:cxnSp>
        <p:nvCxnSpPr>
          <p:cNvPr id="749" name="Google Shape;749;p59"/>
          <p:cNvCxnSpPr/>
          <p:nvPr/>
        </p:nvCxnSpPr>
        <p:spPr>
          <a:xfrm>
            <a:off x="828425" y="546425"/>
            <a:ext cx="7487100" cy="0"/>
          </a:xfrm>
          <a:prstGeom prst="straightConnector1">
            <a:avLst/>
          </a:prstGeom>
          <a:noFill/>
          <a:ln cap="flat" cmpd="sng" w="28575">
            <a:solidFill>
              <a:srgbClr val="EF84C9"/>
            </a:solidFill>
            <a:prstDash val="solid"/>
            <a:round/>
            <a:headEnd len="sm" w="sm" type="none"/>
            <a:tailEnd len="sm" w="sm" type="none"/>
          </a:ln>
        </p:spPr>
      </p:cxnSp>
      <p:pic>
        <p:nvPicPr>
          <p:cNvPr id="750" name="Google Shape;750;p59"/>
          <p:cNvPicPr preferRelativeResize="0"/>
          <p:nvPr/>
        </p:nvPicPr>
        <p:blipFill rotWithShape="1">
          <a:blip r:embed="rId3">
            <a:alphaModFix/>
          </a:blip>
          <a:srcRect b="0" l="0" r="0" t="0"/>
          <a:stretch/>
        </p:blipFill>
        <p:spPr>
          <a:xfrm>
            <a:off x="714400" y="741200"/>
            <a:ext cx="7715250" cy="41529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60"/>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757" name="Google Shape;757;p60"/>
          <p:cNvSpPr txBox="1"/>
          <p:nvPr>
            <p:ph idx="11" type="ftr"/>
          </p:nvPr>
        </p:nvSpPr>
        <p:spPr>
          <a:xfrm>
            <a:off x="3673925" y="4817225"/>
            <a:ext cx="23085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758" name="Google Shape;758;p60"/>
          <p:cNvSpPr txBox="1"/>
          <p:nvPr/>
        </p:nvSpPr>
        <p:spPr>
          <a:xfrm>
            <a:off x="0" y="-11287"/>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Day４のまとめ</a:t>
            </a:r>
            <a:endParaRPr b="0" i="0" sz="2600" u="none" cap="none" strike="noStrike">
              <a:solidFill>
                <a:srgbClr val="434343"/>
              </a:solidFill>
              <a:latin typeface="Kosugi Maru"/>
              <a:ea typeface="Kosugi Maru"/>
              <a:cs typeface="Kosugi Maru"/>
              <a:sym typeface="Kosugi Maru"/>
            </a:endParaRPr>
          </a:p>
        </p:txBody>
      </p:sp>
      <p:cxnSp>
        <p:nvCxnSpPr>
          <p:cNvPr id="759" name="Google Shape;759;p60"/>
          <p:cNvCxnSpPr/>
          <p:nvPr/>
        </p:nvCxnSpPr>
        <p:spPr>
          <a:xfrm>
            <a:off x="828425" y="546425"/>
            <a:ext cx="7487100" cy="0"/>
          </a:xfrm>
          <a:prstGeom prst="straightConnector1">
            <a:avLst/>
          </a:prstGeom>
          <a:noFill/>
          <a:ln cap="flat" cmpd="sng" w="28575">
            <a:solidFill>
              <a:srgbClr val="EF84C9"/>
            </a:solidFill>
            <a:prstDash val="solid"/>
            <a:round/>
            <a:headEnd len="sm" w="sm" type="none"/>
            <a:tailEnd len="sm" w="sm" type="none"/>
          </a:ln>
        </p:spPr>
      </p:cxnSp>
      <p:pic>
        <p:nvPicPr>
          <p:cNvPr id="760" name="Google Shape;760;p60"/>
          <p:cNvPicPr preferRelativeResize="0"/>
          <p:nvPr/>
        </p:nvPicPr>
        <p:blipFill rotWithShape="1">
          <a:blip r:embed="rId3">
            <a:alphaModFix/>
          </a:blip>
          <a:srcRect b="0" l="0" r="0" t="0"/>
          <a:stretch/>
        </p:blipFill>
        <p:spPr>
          <a:xfrm>
            <a:off x="895750" y="714926"/>
            <a:ext cx="7285023" cy="405235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767" name="Google Shape;767;p61"/>
          <p:cNvSpPr txBox="1"/>
          <p:nvPr>
            <p:ph idx="11" type="ftr"/>
          </p:nvPr>
        </p:nvSpPr>
        <p:spPr>
          <a:xfrm>
            <a:off x="3673925" y="4817225"/>
            <a:ext cx="23085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768" name="Google Shape;768;p61"/>
          <p:cNvSpPr txBox="1"/>
          <p:nvPr/>
        </p:nvSpPr>
        <p:spPr>
          <a:xfrm>
            <a:off x="0" y="-11287"/>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Day４のまとめ</a:t>
            </a:r>
            <a:endParaRPr b="0" i="0" sz="2600" u="none" cap="none" strike="noStrike">
              <a:solidFill>
                <a:srgbClr val="434343"/>
              </a:solidFill>
              <a:latin typeface="Kosugi Maru"/>
              <a:ea typeface="Kosugi Maru"/>
              <a:cs typeface="Kosugi Maru"/>
              <a:sym typeface="Kosugi Maru"/>
            </a:endParaRPr>
          </a:p>
        </p:txBody>
      </p:sp>
      <p:cxnSp>
        <p:nvCxnSpPr>
          <p:cNvPr id="769" name="Google Shape;769;p61"/>
          <p:cNvCxnSpPr/>
          <p:nvPr/>
        </p:nvCxnSpPr>
        <p:spPr>
          <a:xfrm>
            <a:off x="828425" y="546425"/>
            <a:ext cx="7487100" cy="0"/>
          </a:xfrm>
          <a:prstGeom prst="straightConnector1">
            <a:avLst/>
          </a:prstGeom>
          <a:noFill/>
          <a:ln cap="flat" cmpd="sng" w="28575">
            <a:solidFill>
              <a:srgbClr val="EF84C9"/>
            </a:solidFill>
            <a:prstDash val="solid"/>
            <a:round/>
            <a:headEnd len="sm" w="sm" type="none"/>
            <a:tailEnd len="sm" w="sm" type="none"/>
          </a:ln>
        </p:spPr>
      </p:cxnSp>
      <p:pic>
        <p:nvPicPr>
          <p:cNvPr id="770" name="Google Shape;770;p61"/>
          <p:cNvPicPr preferRelativeResize="0"/>
          <p:nvPr/>
        </p:nvPicPr>
        <p:blipFill rotWithShape="1">
          <a:blip r:embed="rId3">
            <a:alphaModFix/>
          </a:blip>
          <a:srcRect b="0" l="0" r="0" t="0"/>
          <a:stretch/>
        </p:blipFill>
        <p:spPr>
          <a:xfrm>
            <a:off x="2240150" y="782600"/>
            <a:ext cx="4545551" cy="1913200"/>
          </a:xfrm>
          <a:prstGeom prst="rect">
            <a:avLst/>
          </a:prstGeom>
          <a:noFill/>
          <a:ln>
            <a:noFill/>
          </a:ln>
        </p:spPr>
      </p:pic>
      <p:pic>
        <p:nvPicPr>
          <p:cNvPr id="771" name="Google Shape;771;p61"/>
          <p:cNvPicPr preferRelativeResize="0"/>
          <p:nvPr/>
        </p:nvPicPr>
        <p:blipFill rotWithShape="1">
          <a:blip r:embed="rId4">
            <a:alphaModFix/>
          </a:blip>
          <a:srcRect b="0" l="0" r="0" t="0"/>
          <a:stretch/>
        </p:blipFill>
        <p:spPr>
          <a:xfrm>
            <a:off x="685193" y="3053250"/>
            <a:ext cx="3617099" cy="1764650"/>
          </a:xfrm>
          <a:prstGeom prst="rect">
            <a:avLst/>
          </a:prstGeom>
          <a:noFill/>
          <a:ln>
            <a:noFill/>
          </a:ln>
        </p:spPr>
      </p:pic>
      <p:pic>
        <p:nvPicPr>
          <p:cNvPr id="772" name="Google Shape;772;p61"/>
          <p:cNvPicPr preferRelativeResize="0"/>
          <p:nvPr/>
        </p:nvPicPr>
        <p:blipFill rotWithShape="1">
          <a:blip r:embed="rId5">
            <a:alphaModFix/>
          </a:blip>
          <a:srcRect b="0" l="0" r="0" t="0"/>
          <a:stretch/>
        </p:blipFill>
        <p:spPr>
          <a:xfrm>
            <a:off x="5312958" y="2904695"/>
            <a:ext cx="3470162" cy="1913200"/>
          </a:xfrm>
          <a:prstGeom prst="rect">
            <a:avLst/>
          </a:prstGeom>
          <a:noFill/>
          <a:ln>
            <a:noFill/>
          </a:ln>
        </p:spPr>
      </p:pic>
      <p:sp>
        <p:nvSpPr>
          <p:cNvPr id="773" name="Google Shape;773;p61"/>
          <p:cNvSpPr txBox="1"/>
          <p:nvPr/>
        </p:nvSpPr>
        <p:spPr>
          <a:xfrm>
            <a:off x="828425" y="873750"/>
            <a:ext cx="1830300" cy="755400"/>
          </a:xfrm>
          <a:prstGeom prst="rect">
            <a:avLst/>
          </a:prstGeom>
          <a:solidFill>
            <a:srgbClr val="FFFFFF"/>
          </a:solid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1800"/>
              <a:buFont typeface="Arial"/>
              <a:buNone/>
            </a:pPr>
            <a:r>
              <a:rPr b="0" i="0" lang="ja" sz="1800" u="none" cap="none" strike="noStrike">
                <a:solidFill>
                  <a:srgbClr val="666666"/>
                </a:solidFill>
                <a:latin typeface="Kosugi Maru"/>
                <a:ea typeface="Kosugi Maru"/>
                <a:cs typeface="Kosugi Maru"/>
                <a:sym typeface="Kosugi Maru"/>
              </a:rPr>
              <a:t>カウンセリング</a:t>
            </a:r>
            <a:endParaRPr b="0" i="0" sz="1800" u="none" cap="none" strike="noStrike">
              <a:solidFill>
                <a:srgbClr val="666666"/>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800"/>
              <a:buFont typeface="Arial"/>
              <a:buNone/>
            </a:pPr>
            <a:r>
              <a:rPr b="0" i="0" lang="ja" sz="1800" u="none" cap="none" strike="noStrike">
                <a:solidFill>
                  <a:srgbClr val="666666"/>
                </a:solidFill>
                <a:latin typeface="Kosugi Maru"/>
                <a:ea typeface="Kosugi Maru"/>
                <a:cs typeface="Kosugi Maru"/>
                <a:sym typeface="Kosugi Maru"/>
              </a:rPr>
              <a:t>シート</a:t>
            </a:r>
            <a:endParaRPr b="0" i="0" sz="1800" u="none" cap="none" strike="noStrike">
              <a:solidFill>
                <a:srgbClr val="666666"/>
              </a:solidFill>
              <a:latin typeface="Kosugi Maru"/>
              <a:ea typeface="Kosugi Maru"/>
              <a:cs typeface="Kosugi Maru"/>
              <a:sym typeface="Kosugi Maru"/>
            </a:endParaRPr>
          </a:p>
        </p:txBody>
      </p:sp>
      <p:sp>
        <p:nvSpPr>
          <p:cNvPr id="774" name="Google Shape;774;p61"/>
          <p:cNvSpPr txBox="1"/>
          <p:nvPr/>
        </p:nvSpPr>
        <p:spPr>
          <a:xfrm>
            <a:off x="287875" y="2904675"/>
            <a:ext cx="1628400" cy="436800"/>
          </a:xfrm>
          <a:prstGeom prst="rect">
            <a:avLst/>
          </a:prstGeom>
          <a:solidFill>
            <a:srgbClr val="FFFFFF"/>
          </a:solid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1800"/>
              <a:buFont typeface="Arial"/>
              <a:buNone/>
            </a:pPr>
            <a:r>
              <a:rPr b="0" i="0" lang="ja" sz="1800" u="none" cap="none" strike="noStrike">
                <a:solidFill>
                  <a:srgbClr val="666666"/>
                </a:solidFill>
                <a:latin typeface="Kosugi Maru"/>
                <a:ea typeface="Kosugi Maru"/>
                <a:cs typeface="Kosugi Maru"/>
                <a:sym typeface="Kosugi Maru"/>
              </a:rPr>
              <a:t>ママのケア</a:t>
            </a:r>
            <a:endParaRPr b="0" i="0" sz="1800" u="none" cap="none" strike="noStrike">
              <a:solidFill>
                <a:srgbClr val="666666"/>
              </a:solidFill>
              <a:latin typeface="Kosugi Maru"/>
              <a:ea typeface="Kosugi Maru"/>
              <a:cs typeface="Kosugi Maru"/>
              <a:sym typeface="Kosugi Maru"/>
            </a:endParaRPr>
          </a:p>
        </p:txBody>
      </p:sp>
      <p:sp>
        <p:nvSpPr>
          <p:cNvPr id="775" name="Google Shape;775;p61"/>
          <p:cNvSpPr txBox="1"/>
          <p:nvPr/>
        </p:nvSpPr>
        <p:spPr>
          <a:xfrm>
            <a:off x="4891875" y="3111800"/>
            <a:ext cx="2192100" cy="436800"/>
          </a:xfrm>
          <a:prstGeom prst="rect">
            <a:avLst/>
          </a:prstGeom>
          <a:solidFill>
            <a:srgbClr val="FFFFFF"/>
          </a:solid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1800"/>
              <a:buFont typeface="Arial"/>
              <a:buNone/>
            </a:pPr>
            <a:r>
              <a:rPr b="0" i="0" lang="ja" sz="1800" u="none" cap="none" strike="noStrike">
                <a:solidFill>
                  <a:srgbClr val="666666"/>
                </a:solidFill>
                <a:latin typeface="Kosugi Maru"/>
                <a:ea typeface="Kosugi Maru"/>
                <a:cs typeface="Kosugi Maru"/>
                <a:sym typeface="Kosugi Maru"/>
              </a:rPr>
              <a:t>チャットサポート</a:t>
            </a:r>
            <a:endParaRPr b="0" i="0" sz="1800" u="none" cap="none" strike="noStrike">
              <a:solidFill>
                <a:srgbClr val="666666"/>
              </a:solidFill>
              <a:latin typeface="Kosugi Maru"/>
              <a:ea typeface="Kosugi Maru"/>
              <a:cs typeface="Kosugi Maru"/>
              <a:sym typeface="Kosugi Maru"/>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62"/>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782" name="Google Shape;782;p62"/>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783" name="Google Shape;783;p62"/>
          <p:cNvSpPr txBox="1"/>
          <p:nvPr/>
        </p:nvSpPr>
        <p:spPr>
          <a:xfrm>
            <a:off x="1387675" y="1824900"/>
            <a:ext cx="6368700" cy="16161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4400"/>
              <a:buFont typeface="Arial"/>
              <a:buNone/>
            </a:pPr>
            <a:r>
              <a:rPr b="0" i="0" lang="ja" sz="4400" u="none" cap="none" strike="noStrike">
                <a:solidFill>
                  <a:srgbClr val="434343"/>
                </a:solidFill>
                <a:latin typeface="Kosugi Maru"/>
                <a:ea typeface="Kosugi Maru"/>
                <a:cs typeface="Kosugi Maru"/>
                <a:sym typeface="Kosugi Maru"/>
              </a:rPr>
              <a:t>ＤＡＹ４</a:t>
            </a:r>
            <a:endParaRPr b="0" i="0" sz="44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4400"/>
              <a:buFont typeface="Arial"/>
              <a:buNone/>
            </a:pPr>
            <a:r>
              <a:rPr b="0" i="0" lang="ja" sz="4400" u="none" cap="none" strike="noStrike">
                <a:solidFill>
                  <a:srgbClr val="434343"/>
                </a:solidFill>
                <a:latin typeface="Kosugi Maru"/>
                <a:ea typeface="Kosugi Maru"/>
                <a:cs typeface="Kosugi Maru"/>
                <a:sym typeface="Kosugi Maru"/>
              </a:rPr>
              <a:t>お疲れ様でした</a:t>
            </a:r>
            <a:endParaRPr b="0" i="0" sz="44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63"/>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790" name="Google Shape;790;p63"/>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791" name="Google Shape;791;p63"/>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課題４</a:t>
            </a:r>
            <a:endParaRPr b="0" i="0" sz="2600" u="none" cap="none" strike="noStrike">
              <a:solidFill>
                <a:srgbClr val="434343"/>
              </a:solidFill>
              <a:latin typeface="Kosugi Maru"/>
              <a:ea typeface="Kosugi Maru"/>
              <a:cs typeface="Kosugi Maru"/>
              <a:sym typeface="Kosugi Maru"/>
            </a:endParaRPr>
          </a:p>
        </p:txBody>
      </p:sp>
      <p:cxnSp>
        <p:nvCxnSpPr>
          <p:cNvPr id="792" name="Google Shape;792;p63"/>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793" name="Google Shape;793;p63"/>
          <p:cNvSpPr txBox="1"/>
          <p:nvPr/>
        </p:nvSpPr>
        <p:spPr>
          <a:xfrm>
            <a:off x="381125" y="970175"/>
            <a:ext cx="7359300" cy="324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ja" sz="2400" u="none" cap="none" strike="noStrike">
                <a:solidFill>
                  <a:srgbClr val="434343"/>
                </a:solidFill>
                <a:latin typeface="Kosugi Maru"/>
                <a:ea typeface="Kosugi Maru"/>
                <a:cs typeface="Kosugi Maru"/>
                <a:sym typeface="Kosugi Maru"/>
              </a:rPr>
              <a:t>①</a:t>
            </a:r>
            <a:r>
              <a:rPr b="0" i="0" lang="ja" sz="2400" u="none" cap="none" strike="noStrike">
                <a:solidFill>
                  <a:srgbClr val="434343"/>
                </a:solidFill>
                <a:highlight>
                  <a:srgbClr val="FFF2CC"/>
                </a:highlight>
                <a:latin typeface="Kosugi Maru"/>
                <a:ea typeface="Kosugi Maru"/>
                <a:cs typeface="Kosugi Maru"/>
                <a:sym typeface="Kosugi Maru"/>
              </a:rPr>
              <a:t>Day４のライブで一番印象に残ったことを</a:t>
            </a:r>
            <a:endParaRPr b="0" i="0" sz="2400" u="none" cap="none" strike="noStrike">
              <a:solidFill>
                <a:srgbClr val="434343"/>
              </a:solidFill>
              <a:highlight>
                <a:srgbClr val="FFF2CC"/>
              </a:highlight>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400"/>
              <a:buFont typeface="Arial"/>
              <a:buNone/>
            </a:pPr>
            <a:r>
              <a:rPr b="0" i="0" lang="ja" sz="2400" u="none" cap="none" strike="noStrike">
                <a:solidFill>
                  <a:srgbClr val="434343"/>
                </a:solidFill>
                <a:highlight>
                  <a:srgbClr val="FFF2CC"/>
                </a:highlight>
                <a:latin typeface="Kosugi Maru"/>
                <a:ea typeface="Kosugi Maru"/>
                <a:cs typeface="Kosugi Maru"/>
                <a:sym typeface="Kosugi Maru"/>
              </a:rPr>
              <a:t>　教えてください</a:t>
            </a:r>
            <a:endParaRPr b="0" i="0" sz="2400" u="none" cap="none" strike="noStrike">
              <a:solidFill>
                <a:srgbClr val="434343"/>
              </a:solidFill>
              <a:highlight>
                <a:srgbClr val="FFF2CC"/>
              </a:highlight>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434343"/>
              </a:solidFill>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400"/>
              <a:buFont typeface="Arial"/>
              <a:buNone/>
            </a:pPr>
            <a:r>
              <a:rPr b="0" i="0" lang="ja" sz="2400" u="none" cap="none" strike="noStrike">
                <a:solidFill>
                  <a:srgbClr val="434343"/>
                </a:solidFill>
                <a:latin typeface="Kosugi Maru"/>
                <a:ea typeface="Kosugi Maru"/>
                <a:cs typeface="Kosugi Maru"/>
                <a:sym typeface="Kosugi Maru"/>
              </a:rPr>
              <a:t>②</a:t>
            </a:r>
            <a:r>
              <a:rPr b="0" i="0" lang="ja" sz="2000" u="none" cap="none" strike="noStrike">
                <a:solidFill>
                  <a:srgbClr val="434343"/>
                </a:solidFill>
                <a:highlight>
                  <a:srgbClr val="FFF2CC"/>
                </a:highlight>
                <a:latin typeface="Kosugi Maru"/>
                <a:ea typeface="Kosugi Maru"/>
                <a:cs typeface="Kosugi Maru"/>
                <a:sym typeface="Kosugi Maru"/>
              </a:rPr>
              <a:t>育脳子育てカウンセラーになる</a:t>
            </a:r>
            <a:endParaRPr b="0" i="0" sz="2000" u="none" cap="none" strike="noStrike">
              <a:solidFill>
                <a:srgbClr val="434343"/>
              </a:solidFill>
              <a:highlight>
                <a:srgbClr val="FFF2CC"/>
              </a:highlight>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434343"/>
                </a:solidFill>
                <a:highlight>
                  <a:srgbClr val="FFF2CC"/>
                </a:highlight>
                <a:latin typeface="Kosugi Maru"/>
                <a:ea typeface="Kosugi Maru"/>
                <a:cs typeface="Kosugi Maru"/>
                <a:sym typeface="Kosugi Maru"/>
              </a:rPr>
              <a:t>　とした場合に自分の力では乗り越え</a:t>
            </a:r>
            <a:endParaRPr b="0" i="0" sz="2000" u="none" cap="none" strike="noStrike">
              <a:solidFill>
                <a:srgbClr val="434343"/>
              </a:solidFill>
              <a:highlight>
                <a:srgbClr val="FFF2CC"/>
              </a:highlight>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434343"/>
                </a:solidFill>
                <a:highlight>
                  <a:srgbClr val="FFF2CC"/>
                </a:highlight>
                <a:latin typeface="Kosugi Maru"/>
                <a:ea typeface="Kosugi Maru"/>
                <a:cs typeface="Kosugi Maru"/>
                <a:sym typeface="Kosugi Maru"/>
              </a:rPr>
              <a:t>　られそうにない”課題”は何があり</a:t>
            </a:r>
            <a:endParaRPr b="0" i="0" sz="2000" u="none" cap="none" strike="noStrike">
              <a:solidFill>
                <a:srgbClr val="434343"/>
              </a:solidFill>
              <a:highlight>
                <a:srgbClr val="FFF2CC"/>
              </a:highlight>
              <a:latin typeface="Kosugi Maru"/>
              <a:ea typeface="Kosugi Maru"/>
              <a:cs typeface="Kosugi Maru"/>
              <a:sym typeface="Kosugi Maru"/>
            </a:endParaRPr>
          </a:p>
          <a:p>
            <a:pPr indent="0" lvl="0" marL="0" marR="0" rtl="0" algn="l">
              <a:lnSpc>
                <a:spcPct val="100000"/>
              </a:lnSpc>
              <a:spcBef>
                <a:spcPts val="0"/>
              </a:spcBef>
              <a:spcAft>
                <a:spcPts val="0"/>
              </a:spcAft>
              <a:buClr>
                <a:srgbClr val="000000"/>
              </a:buClr>
              <a:buSzPts val="2000"/>
              <a:buFont typeface="Arial"/>
              <a:buNone/>
            </a:pPr>
            <a:r>
              <a:rPr b="0" i="0" lang="ja" sz="2000" u="none" cap="none" strike="noStrike">
                <a:solidFill>
                  <a:srgbClr val="434343"/>
                </a:solidFill>
                <a:highlight>
                  <a:srgbClr val="FFF2CC"/>
                </a:highlight>
                <a:latin typeface="Kosugi Maru"/>
                <a:ea typeface="Kosugi Maru"/>
                <a:cs typeface="Kosugi Maru"/>
                <a:sym typeface="Kosugi Maru"/>
              </a:rPr>
              <a:t>　ますか？番号でお答えください</a:t>
            </a:r>
            <a:endParaRPr b="0" i="0" sz="2000" u="none" cap="none" strike="noStrike">
              <a:solidFill>
                <a:srgbClr val="434343"/>
              </a:solidFill>
              <a:highlight>
                <a:srgbClr val="FFF2CC"/>
              </a:highlight>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rPr b="0" i="0" lang="ja" sz="2000" u="none" cap="none" strike="noStrike">
                <a:solidFill>
                  <a:srgbClr val="434343"/>
                </a:solidFill>
                <a:highlight>
                  <a:srgbClr val="FFF2CC"/>
                </a:highlight>
                <a:latin typeface="Kosugi Maru"/>
                <a:ea typeface="Kosugi Maru"/>
                <a:cs typeface="Kosugi Maru"/>
                <a:sym typeface="Kosugi Maru"/>
              </a:rPr>
              <a:t>（複数選択可）</a:t>
            </a:r>
            <a:endParaRPr b="0" i="0" sz="2000" u="none" cap="none" strike="noStrike">
              <a:solidFill>
                <a:srgbClr val="434343"/>
              </a:solidFill>
              <a:highlight>
                <a:srgbClr val="FFF2CC"/>
              </a:highlight>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000"/>
              <a:buFont typeface="Arial"/>
              <a:buNone/>
            </a:pPr>
            <a:r>
              <a:rPr b="0" i="0" lang="ja" sz="2000" u="none" cap="none" strike="noStrike">
                <a:solidFill>
                  <a:srgbClr val="434343"/>
                </a:solidFill>
                <a:highlight>
                  <a:srgbClr val="FFF2CC"/>
                </a:highlight>
                <a:latin typeface="Kosugi Maru"/>
                <a:ea typeface="Kosugi Maru"/>
                <a:cs typeface="Kosugi Maru"/>
                <a:sym typeface="Kosugi Maru"/>
              </a:rPr>
              <a:t>　※その理由も教えてください。</a:t>
            </a:r>
            <a:endParaRPr b="0" i="0" sz="2400" u="none" cap="none" strike="noStrike">
              <a:solidFill>
                <a:srgbClr val="F20DA2"/>
              </a:solidFill>
              <a:highlight>
                <a:srgbClr val="FFF2CC"/>
              </a:highlight>
              <a:latin typeface="Kosugi Maru"/>
              <a:ea typeface="Kosugi Maru"/>
              <a:cs typeface="Kosugi Maru"/>
              <a:sym typeface="Kosugi Maru"/>
            </a:endParaRPr>
          </a:p>
        </p:txBody>
      </p:sp>
      <p:sp>
        <p:nvSpPr>
          <p:cNvPr id="794" name="Google Shape;794;p63"/>
          <p:cNvSpPr txBox="1"/>
          <p:nvPr/>
        </p:nvSpPr>
        <p:spPr>
          <a:xfrm>
            <a:off x="1293850" y="4136900"/>
            <a:ext cx="6874800" cy="7887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1900"/>
              <a:buFont typeface="Arial"/>
              <a:buNone/>
            </a:pPr>
            <a:r>
              <a:rPr b="0" i="0" lang="ja" sz="1900" u="none" cap="none" strike="noStrike">
                <a:solidFill>
                  <a:srgbClr val="434343"/>
                </a:solidFill>
                <a:latin typeface="Arial"/>
                <a:ea typeface="Arial"/>
                <a:cs typeface="Arial"/>
                <a:sym typeface="Arial"/>
              </a:rPr>
              <a:t>※課題の提出はフォームにお願いします！</a:t>
            </a:r>
            <a:endParaRPr b="0" i="0" sz="1900" u="none" cap="none" strike="noStrike">
              <a:solidFill>
                <a:srgbClr val="434343"/>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900"/>
              <a:buFont typeface="Arial"/>
              <a:buNone/>
            </a:pPr>
            <a:r>
              <a:rPr b="0" i="0" lang="ja" sz="1900" u="none" cap="none" strike="noStrike">
                <a:solidFill>
                  <a:srgbClr val="434343"/>
                </a:solidFill>
                <a:latin typeface="Arial"/>
                <a:ea typeface="Arial"/>
                <a:cs typeface="Arial"/>
                <a:sym typeface="Arial"/>
              </a:rPr>
              <a:t>※提出期限：</a:t>
            </a:r>
            <a:r>
              <a:rPr lang="ja" sz="1900">
                <a:solidFill>
                  <a:srgbClr val="434343"/>
                </a:solidFill>
              </a:rPr>
              <a:t>3</a:t>
            </a:r>
            <a:r>
              <a:rPr b="0" i="0" lang="ja" sz="1900" u="none" cap="none" strike="noStrike">
                <a:solidFill>
                  <a:srgbClr val="434343"/>
                </a:solidFill>
                <a:latin typeface="Arial"/>
                <a:ea typeface="Arial"/>
                <a:cs typeface="Arial"/>
                <a:sym typeface="Arial"/>
              </a:rPr>
              <a:t>月</a:t>
            </a:r>
            <a:r>
              <a:rPr lang="ja" sz="1900">
                <a:solidFill>
                  <a:srgbClr val="434343"/>
                </a:solidFill>
              </a:rPr>
              <a:t>18</a:t>
            </a:r>
            <a:r>
              <a:rPr b="0" i="0" lang="ja" sz="1900" u="none" cap="none" strike="noStrike">
                <a:solidFill>
                  <a:srgbClr val="434343"/>
                </a:solidFill>
                <a:latin typeface="Arial"/>
                <a:ea typeface="Arial"/>
                <a:cs typeface="Arial"/>
                <a:sym typeface="Arial"/>
              </a:rPr>
              <a:t>日（水）21:00まで</a:t>
            </a:r>
            <a:endParaRPr b="0" i="0" sz="1900" u="none" cap="none" strike="noStrike">
              <a:solidFill>
                <a:srgbClr val="434343"/>
              </a:solidFill>
              <a:latin typeface="Arial"/>
              <a:ea typeface="Arial"/>
              <a:cs typeface="Arial"/>
              <a:sym typeface="Arial"/>
            </a:endParaRPr>
          </a:p>
        </p:txBody>
      </p:sp>
      <p:pic>
        <p:nvPicPr>
          <p:cNvPr id="795" name="Google Shape;795;p63"/>
          <p:cNvPicPr preferRelativeResize="0"/>
          <p:nvPr/>
        </p:nvPicPr>
        <p:blipFill rotWithShape="1">
          <a:blip r:embed="rId3">
            <a:alphaModFix/>
          </a:blip>
          <a:srcRect b="0" l="0" r="0" t="0"/>
          <a:stretch/>
        </p:blipFill>
        <p:spPr>
          <a:xfrm>
            <a:off x="5036100" y="1827000"/>
            <a:ext cx="3901900" cy="2170463"/>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64"/>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802" name="Google Shape;802;p64"/>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803" name="Google Shape;803;p64"/>
          <p:cNvSpPr txBox="1"/>
          <p:nvPr/>
        </p:nvSpPr>
        <p:spPr>
          <a:xfrm>
            <a:off x="25" y="342613"/>
            <a:ext cx="9144000" cy="1045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ＤＡＹ５のご案内</a:t>
            </a:r>
            <a:endParaRPr b="0" i="0" sz="26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2600"/>
              <a:buFont typeface="Arial"/>
              <a:buNone/>
            </a:pPr>
            <a:r>
              <a:t/>
            </a:r>
            <a:endParaRPr b="0" i="0" sz="2600" u="none" cap="none" strike="noStrike">
              <a:solidFill>
                <a:srgbClr val="434343"/>
              </a:solidFill>
              <a:latin typeface="Kosugi Maru"/>
              <a:ea typeface="Kosugi Maru"/>
              <a:cs typeface="Kosugi Maru"/>
              <a:sym typeface="Kosugi Maru"/>
            </a:endParaRPr>
          </a:p>
        </p:txBody>
      </p:sp>
      <p:cxnSp>
        <p:nvCxnSpPr>
          <p:cNvPr id="804" name="Google Shape;804;p64"/>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805" name="Google Shape;805;p64"/>
          <p:cNvSpPr txBox="1"/>
          <p:nvPr/>
        </p:nvSpPr>
        <p:spPr>
          <a:xfrm>
            <a:off x="1387650" y="1473263"/>
            <a:ext cx="6368700" cy="11526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日時：</a:t>
            </a:r>
            <a:r>
              <a:rPr lang="ja" sz="3000">
                <a:solidFill>
                  <a:srgbClr val="434343"/>
                </a:solidFill>
                <a:latin typeface="Kosugi Maru"/>
                <a:ea typeface="Kosugi Maru"/>
                <a:cs typeface="Kosugi Maru"/>
                <a:sym typeface="Kosugi Maru"/>
              </a:rPr>
              <a:t>3</a:t>
            </a:r>
            <a:r>
              <a:rPr b="0" i="0" lang="ja" sz="3000" u="none" cap="none" strike="noStrike">
                <a:solidFill>
                  <a:srgbClr val="434343"/>
                </a:solidFill>
                <a:latin typeface="Kosugi Maru"/>
                <a:ea typeface="Kosugi Maru"/>
                <a:cs typeface="Kosugi Maru"/>
                <a:sym typeface="Kosugi Maru"/>
              </a:rPr>
              <a:t>月</a:t>
            </a:r>
            <a:r>
              <a:rPr lang="ja" sz="3000">
                <a:solidFill>
                  <a:srgbClr val="434343"/>
                </a:solidFill>
                <a:latin typeface="Kosugi Maru"/>
                <a:ea typeface="Kosugi Maru"/>
                <a:cs typeface="Kosugi Maru"/>
                <a:sym typeface="Kosugi Maru"/>
              </a:rPr>
              <a:t>18</a:t>
            </a:r>
            <a:r>
              <a:rPr b="0" i="0" lang="ja" sz="3000" u="none" cap="none" strike="noStrike">
                <a:solidFill>
                  <a:srgbClr val="434343"/>
                </a:solidFill>
                <a:latin typeface="Kosugi Maru"/>
                <a:ea typeface="Kosugi Maru"/>
                <a:cs typeface="Kosugi Maru"/>
                <a:sym typeface="Kosugi Maru"/>
              </a:rPr>
              <a:t>日（水）</a:t>
            </a:r>
            <a:endParaRPr b="0" i="0" sz="30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3000"/>
              <a:buFont typeface="Arial"/>
              <a:buNone/>
            </a:pPr>
            <a:r>
              <a:rPr b="0" i="0" lang="ja" sz="3000" u="none" cap="none" strike="noStrike">
                <a:solidFill>
                  <a:srgbClr val="434343"/>
                </a:solidFill>
                <a:latin typeface="Kosugi Maru"/>
                <a:ea typeface="Kosugi Maru"/>
                <a:cs typeface="Kosugi Maru"/>
                <a:sym typeface="Kosugi Maru"/>
              </a:rPr>
              <a:t>21:30〜</a:t>
            </a:r>
            <a:endParaRPr b="0" i="0" sz="3000" u="none" cap="none" strike="noStrike">
              <a:solidFill>
                <a:srgbClr val="434343"/>
              </a:solidFill>
              <a:latin typeface="Kosugi Maru"/>
              <a:ea typeface="Kosugi Maru"/>
              <a:cs typeface="Kosugi Maru"/>
              <a:sym typeface="Kosugi Maru"/>
            </a:endParaRPr>
          </a:p>
        </p:txBody>
      </p:sp>
      <p:sp>
        <p:nvSpPr>
          <p:cNvPr id="806" name="Google Shape;806;p64"/>
          <p:cNvSpPr txBox="1"/>
          <p:nvPr/>
        </p:nvSpPr>
        <p:spPr>
          <a:xfrm>
            <a:off x="1008150" y="2943513"/>
            <a:ext cx="7127700" cy="15267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2300"/>
              <a:buFont typeface="Arial"/>
              <a:buNone/>
            </a:pPr>
            <a:r>
              <a:rPr b="0" i="0" lang="ja" sz="2300" u="none" cap="none" strike="noStrike">
                <a:solidFill>
                  <a:srgbClr val="434343"/>
                </a:solidFill>
                <a:latin typeface="Kosugi Maru"/>
                <a:ea typeface="Kosugi Maru"/>
                <a:cs typeface="Kosugi Maru"/>
                <a:sym typeface="Kosugi Maru"/>
              </a:rPr>
              <a:t>テーマ</a:t>
            </a:r>
            <a:endParaRPr b="0" i="0" sz="23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chemeClr val="dk1"/>
              </a:buClr>
              <a:buSzPts val="1100"/>
              <a:buFont typeface="Arial"/>
              <a:buNone/>
            </a:pPr>
            <a:r>
              <a:rPr b="0" i="0" lang="ja" sz="2900" u="none" cap="none" strike="noStrike">
                <a:solidFill>
                  <a:srgbClr val="666666"/>
                </a:solidFill>
                <a:latin typeface="Kosugi Maru"/>
                <a:ea typeface="Kosugi Maru"/>
                <a:cs typeface="Kosugi Maru"/>
                <a:sym typeface="Kosugi Maru"/>
              </a:rPr>
              <a:t>"育脳子育てカウンセラー"になるための</a:t>
            </a:r>
            <a:endParaRPr b="0" i="0" sz="2900" u="none" cap="none" strike="noStrike">
              <a:solidFill>
                <a:srgbClr val="666666"/>
              </a:solidFill>
              <a:latin typeface="Kosugi Maru"/>
              <a:ea typeface="Kosugi Maru"/>
              <a:cs typeface="Kosugi Maru"/>
              <a:sym typeface="Kosugi Maru"/>
            </a:endParaRPr>
          </a:p>
          <a:p>
            <a:pPr indent="0" lvl="0" marL="0" marR="0" rtl="0" algn="ctr">
              <a:lnSpc>
                <a:spcPct val="115000"/>
              </a:lnSpc>
              <a:spcBef>
                <a:spcPts val="0"/>
              </a:spcBef>
              <a:spcAft>
                <a:spcPts val="0"/>
              </a:spcAft>
              <a:buClr>
                <a:schemeClr val="dk1"/>
              </a:buClr>
              <a:buSzPts val="1100"/>
              <a:buFont typeface="Arial"/>
              <a:buNone/>
            </a:pPr>
            <a:r>
              <a:rPr b="0" i="0" lang="ja" sz="2900" u="none" cap="none" strike="noStrike">
                <a:solidFill>
                  <a:srgbClr val="666666"/>
                </a:solidFill>
                <a:latin typeface="Kosugi Maru"/>
                <a:ea typeface="Kosugi Maru"/>
                <a:cs typeface="Kosugi Maru"/>
                <a:sym typeface="Kosugi Maru"/>
              </a:rPr>
              <a:t>        ステップ&amp;５日間のまとめ</a:t>
            </a:r>
            <a:endParaRPr b="0" i="0" sz="2900" u="none" cap="none" strike="noStrike">
              <a:solidFill>
                <a:srgbClr val="666666"/>
              </a:solidFill>
              <a:latin typeface="Kosugi Maru"/>
              <a:ea typeface="Kosugi Maru"/>
              <a:cs typeface="Kosugi Maru"/>
              <a:sym typeface="Kosugi Maru"/>
            </a:endParaRPr>
          </a:p>
        </p:txBody>
      </p:sp>
      <p:sp>
        <p:nvSpPr>
          <p:cNvPr id="807" name="Google Shape;807;p64"/>
          <p:cNvSpPr txBox="1"/>
          <p:nvPr/>
        </p:nvSpPr>
        <p:spPr>
          <a:xfrm>
            <a:off x="3331775" y="4312975"/>
            <a:ext cx="5539200" cy="390600"/>
          </a:xfrm>
          <a:prstGeom prst="rect">
            <a:avLst/>
          </a:prstGeom>
          <a:noFill/>
          <a:ln>
            <a:noFill/>
          </a:ln>
        </p:spPr>
        <p:txBody>
          <a:bodyPr anchorCtr="0" anchor="t" bIns="79125" lIns="79125" spcFirstLastPara="1" rIns="79125" wrap="square" tIns="79125">
            <a:spAutoFit/>
          </a:bodyPr>
          <a:lstStyle/>
          <a:p>
            <a:pPr indent="0" lvl="0" marL="0" marR="0" rtl="0" algn="r">
              <a:lnSpc>
                <a:spcPct val="115000"/>
              </a:lnSpc>
              <a:spcBef>
                <a:spcPts val="0"/>
              </a:spcBef>
              <a:spcAft>
                <a:spcPts val="0"/>
              </a:spcAft>
              <a:buClr>
                <a:srgbClr val="000000"/>
              </a:buClr>
              <a:buSzPts val="1500"/>
              <a:buFont typeface="Arial"/>
              <a:buNone/>
            </a:pPr>
            <a:r>
              <a:rPr b="0" i="0" lang="ja" sz="1500" u="none" cap="none" strike="noStrike">
                <a:solidFill>
                  <a:srgbClr val="434343"/>
                </a:solidFill>
                <a:latin typeface="Arial"/>
                <a:ea typeface="Arial"/>
                <a:cs typeface="Arial"/>
                <a:sym typeface="Arial"/>
              </a:rPr>
              <a:t>次回もリアルタイムでお待ちしております</a:t>
            </a:r>
            <a:endParaRPr b="0" i="0" sz="1500" u="none" cap="none" strike="noStrike">
              <a:solidFill>
                <a:srgbClr val="434343"/>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pic>
        <p:nvPicPr>
          <p:cNvPr id="813" name="Google Shape;813;p65"/>
          <p:cNvPicPr preferRelativeResize="0"/>
          <p:nvPr/>
        </p:nvPicPr>
        <p:blipFill rotWithShape="1">
          <a:blip r:embed="rId3">
            <a:alphaModFix/>
          </a:blip>
          <a:srcRect b="0" l="0" r="0" t="0"/>
          <a:stretch/>
        </p:blipFill>
        <p:spPr>
          <a:xfrm>
            <a:off x="902275" y="376225"/>
            <a:ext cx="7464905" cy="4767276"/>
          </a:xfrm>
          <a:prstGeom prst="rect">
            <a:avLst/>
          </a:prstGeom>
          <a:noFill/>
          <a:ln>
            <a:noFill/>
          </a:ln>
        </p:spPr>
      </p:pic>
      <p:sp>
        <p:nvSpPr>
          <p:cNvPr id="814" name="Google Shape;814;p65"/>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815" name="Google Shape;815;p65"/>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816" name="Google Shape;816;p65"/>
          <p:cNvSpPr txBox="1"/>
          <p:nvPr/>
        </p:nvSpPr>
        <p:spPr>
          <a:xfrm>
            <a:off x="0" y="176775"/>
            <a:ext cx="9144000" cy="1391100"/>
          </a:xfrm>
          <a:prstGeom prst="rect">
            <a:avLst/>
          </a:prstGeom>
          <a:noFill/>
          <a:ln>
            <a:noFill/>
          </a:ln>
        </p:spPr>
        <p:txBody>
          <a:bodyPr anchorCtr="0" anchor="t" bIns="79125" lIns="79125" spcFirstLastPara="1" rIns="79125" wrap="square" tIns="79125">
            <a:spAutoFit/>
          </a:bodyPr>
          <a:lstStyle/>
          <a:p>
            <a:pPr indent="0" lvl="0" marL="0" marR="0" rtl="0" algn="ctr">
              <a:lnSpc>
                <a:spcPct val="100000"/>
              </a:lnSpc>
              <a:spcBef>
                <a:spcPts val="0"/>
              </a:spcBef>
              <a:spcAft>
                <a:spcPts val="0"/>
              </a:spcAft>
              <a:buClr>
                <a:srgbClr val="000000"/>
              </a:buClr>
              <a:buSzPts val="4000"/>
              <a:buFont typeface="Arial"/>
              <a:buNone/>
            </a:pPr>
            <a:r>
              <a:rPr b="1" i="0" lang="ja" sz="4000" u="none" cap="none" strike="noStrike">
                <a:solidFill>
                  <a:srgbClr val="EF84C9"/>
                </a:solidFill>
                <a:latin typeface="Kosugi Maru"/>
                <a:ea typeface="Kosugi Maru"/>
                <a:cs typeface="Kosugi Maru"/>
                <a:sym typeface="Kosugi Maru"/>
              </a:rPr>
              <a:t>育脳子育てカウンセラー</a:t>
            </a:r>
            <a:endParaRPr b="1" i="0" sz="4000" u="none" cap="none" strike="noStrike">
              <a:solidFill>
                <a:srgbClr val="EF84C9"/>
              </a:solidFill>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4000"/>
              <a:buFont typeface="Arial"/>
              <a:buNone/>
            </a:pPr>
            <a:r>
              <a:rPr b="1" i="0" lang="ja" sz="4000" u="none" cap="none" strike="noStrike">
                <a:solidFill>
                  <a:srgbClr val="EF84C9"/>
                </a:solidFill>
                <a:latin typeface="Kosugi Maru"/>
                <a:ea typeface="Kosugi Maru"/>
                <a:cs typeface="Kosugi Maru"/>
                <a:sym typeface="Kosugi Maru"/>
              </a:rPr>
              <a:t>養成講座</a:t>
            </a:r>
            <a:endParaRPr b="1" i="0" sz="4000" u="none" cap="none" strike="noStrike">
              <a:solidFill>
                <a:srgbClr val="EF84C9"/>
              </a:solidFill>
              <a:latin typeface="Kosugi Maru"/>
              <a:ea typeface="Kosugi Maru"/>
              <a:cs typeface="Kosugi Maru"/>
              <a:sym typeface="Kosugi Maru"/>
            </a:endParaRPr>
          </a:p>
        </p:txBody>
      </p:sp>
      <p:pic>
        <p:nvPicPr>
          <p:cNvPr id="817" name="Google Shape;817;p65"/>
          <p:cNvPicPr preferRelativeResize="0"/>
          <p:nvPr/>
        </p:nvPicPr>
        <p:blipFill rotWithShape="1">
          <a:blip r:embed="rId4">
            <a:alphaModFix/>
          </a:blip>
          <a:srcRect b="0" l="0" r="0" t="0"/>
          <a:stretch/>
        </p:blipFill>
        <p:spPr>
          <a:xfrm>
            <a:off x="7633375" y="176775"/>
            <a:ext cx="1339425" cy="1392575"/>
          </a:xfrm>
          <a:prstGeom prst="rect">
            <a:avLst/>
          </a:prstGeom>
          <a:noFill/>
          <a:ln>
            <a:noFill/>
          </a:ln>
        </p:spPr>
      </p:pic>
      <p:pic>
        <p:nvPicPr>
          <p:cNvPr id="818" name="Google Shape;818;p65"/>
          <p:cNvPicPr preferRelativeResize="0"/>
          <p:nvPr/>
        </p:nvPicPr>
        <p:blipFill rotWithShape="1">
          <a:blip r:embed="rId5">
            <a:alphaModFix/>
          </a:blip>
          <a:srcRect b="0" l="0" r="0" t="0"/>
          <a:stretch/>
        </p:blipFill>
        <p:spPr>
          <a:xfrm flipH="1">
            <a:off x="176475" y="93650"/>
            <a:ext cx="1339425" cy="1354698"/>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66"/>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825" name="Google Shape;825;p66"/>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826" name="Google Shape;826;p66"/>
          <p:cNvSpPr txBox="1"/>
          <p:nvPr/>
        </p:nvSpPr>
        <p:spPr>
          <a:xfrm>
            <a:off x="25" y="829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現在の状況</a:t>
            </a:r>
            <a:endParaRPr b="0" i="0" sz="2600" u="none" cap="none" strike="noStrike">
              <a:solidFill>
                <a:srgbClr val="434343"/>
              </a:solidFill>
              <a:latin typeface="Kosugi Maru"/>
              <a:ea typeface="Kosugi Maru"/>
              <a:cs typeface="Kosugi Maru"/>
              <a:sym typeface="Kosugi Maru"/>
            </a:endParaRPr>
          </a:p>
        </p:txBody>
      </p:sp>
      <p:cxnSp>
        <p:nvCxnSpPr>
          <p:cNvPr id="827" name="Google Shape;827;p66"/>
          <p:cNvCxnSpPr/>
          <p:nvPr/>
        </p:nvCxnSpPr>
        <p:spPr>
          <a:xfrm>
            <a:off x="828450" y="716825"/>
            <a:ext cx="7487100" cy="0"/>
          </a:xfrm>
          <a:prstGeom prst="straightConnector1">
            <a:avLst/>
          </a:prstGeom>
          <a:noFill/>
          <a:ln cap="flat" cmpd="sng" w="28575">
            <a:solidFill>
              <a:srgbClr val="EF84C9"/>
            </a:solidFill>
            <a:prstDash val="solid"/>
            <a:round/>
            <a:headEnd len="sm" w="sm" type="none"/>
            <a:tailEnd len="sm" w="sm" type="none"/>
          </a:ln>
        </p:spPr>
      </p:cxnSp>
      <p:pic>
        <p:nvPicPr>
          <p:cNvPr id="828" name="Google Shape;828;p66"/>
          <p:cNvPicPr preferRelativeResize="0"/>
          <p:nvPr/>
        </p:nvPicPr>
        <p:blipFill rotWithShape="1">
          <a:blip r:embed="rId3">
            <a:alphaModFix/>
          </a:blip>
          <a:srcRect b="0" l="0" r="0" t="0"/>
          <a:stretch/>
        </p:blipFill>
        <p:spPr>
          <a:xfrm>
            <a:off x="209013" y="1066619"/>
            <a:ext cx="3663051" cy="1859476"/>
          </a:xfrm>
          <a:prstGeom prst="rect">
            <a:avLst/>
          </a:prstGeom>
          <a:noFill/>
          <a:ln>
            <a:noFill/>
          </a:ln>
        </p:spPr>
      </p:pic>
      <p:pic>
        <p:nvPicPr>
          <p:cNvPr id="829" name="Google Shape;829;p66"/>
          <p:cNvPicPr preferRelativeResize="0"/>
          <p:nvPr/>
        </p:nvPicPr>
        <p:blipFill rotWithShape="1">
          <a:blip r:embed="rId4">
            <a:alphaModFix/>
          </a:blip>
          <a:srcRect b="0" l="0" r="0" t="0"/>
          <a:stretch/>
        </p:blipFill>
        <p:spPr>
          <a:xfrm>
            <a:off x="4333887" y="1087476"/>
            <a:ext cx="1864654" cy="1859476"/>
          </a:xfrm>
          <a:prstGeom prst="rect">
            <a:avLst/>
          </a:prstGeom>
          <a:noFill/>
          <a:ln>
            <a:noFill/>
          </a:ln>
        </p:spPr>
      </p:pic>
      <p:pic>
        <p:nvPicPr>
          <p:cNvPr id="830" name="Google Shape;830;p66"/>
          <p:cNvPicPr preferRelativeResize="0"/>
          <p:nvPr/>
        </p:nvPicPr>
        <p:blipFill rotWithShape="1">
          <a:blip r:embed="rId5">
            <a:alphaModFix/>
          </a:blip>
          <a:srcRect b="0" l="0" r="0" t="0"/>
          <a:stretch/>
        </p:blipFill>
        <p:spPr>
          <a:xfrm>
            <a:off x="6751425" y="1066627"/>
            <a:ext cx="1875183" cy="1859476"/>
          </a:xfrm>
          <a:prstGeom prst="rect">
            <a:avLst/>
          </a:prstGeom>
          <a:noFill/>
          <a:ln>
            <a:noFill/>
          </a:ln>
        </p:spPr>
      </p:pic>
      <p:sp>
        <p:nvSpPr>
          <p:cNvPr id="831" name="Google Shape;831;p66"/>
          <p:cNvSpPr txBox="1"/>
          <p:nvPr/>
        </p:nvSpPr>
        <p:spPr>
          <a:xfrm>
            <a:off x="152850" y="3140350"/>
            <a:ext cx="3663000" cy="4368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1800"/>
              <a:buFont typeface="Arial"/>
              <a:buNone/>
            </a:pPr>
            <a:r>
              <a:rPr b="0" i="0" lang="ja" sz="1800" u="none" cap="none" strike="noStrike">
                <a:solidFill>
                  <a:srgbClr val="434343"/>
                </a:solidFill>
                <a:highlight>
                  <a:srgbClr val="FFF2CC"/>
                </a:highlight>
                <a:latin typeface="Kosugi Maru"/>
                <a:ea typeface="Kosugi Maru"/>
                <a:cs typeface="Kosugi Maru"/>
                <a:sym typeface="Kosugi Maru"/>
              </a:rPr>
              <a:t>カウンセラー養成コース</a:t>
            </a:r>
            <a:endParaRPr b="0" i="0" sz="1800" u="none" cap="none" strike="noStrike">
              <a:solidFill>
                <a:srgbClr val="434343"/>
              </a:solidFill>
              <a:highlight>
                <a:srgbClr val="FFF2CC"/>
              </a:highlight>
              <a:latin typeface="Kosugi Maru"/>
              <a:ea typeface="Kosugi Maru"/>
              <a:cs typeface="Kosugi Maru"/>
              <a:sym typeface="Kosugi Maru"/>
            </a:endParaRPr>
          </a:p>
        </p:txBody>
      </p:sp>
      <p:sp>
        <p:nvSpPr>
          <p:cNvPr id="832" name="Google Shape;832;p66"/>
          <p:cNvSpPr txBox="1"/>
          <p:nvPr/>
        </p:nvSpPr>
        <p:spPr>
          <a:xfrm>
            <a:off x="4041725" y="3001900"/>
            <a:ext cx="2244900" cy="7554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1800"/>
              <a:buFont typeface="Arial"/>
              <a:buNone/>
            </a:pPr>
            <a:r>
              <a:rPr b="0" i="0" lang="ja" sz="1800" u="none" cap="none" strike="noStrike">
                <a:solidFill>
                  <a:srgbClr val="434343"/>
                </a:solidFill>
                <a:highlight>
                  <a:srgbClr val="FFF2CC"/>
                </a:highlight>
                <a:latin typeface="Kosugi Maru"/>
                <a:ea typeface="Kosugi Maru"/>
                <a:cs typeface="Kosugi Maru"/>
                <a:sym typeface="Kosugi Maru"/>
              </a:rPr>
              <a:t>ママのための</a:t>
            </a:r>
            <a:endParaRPr b="0" i="0" sz="1800" u="none" cap="none" strike="noStrike">
              <a:solidFill>
                <a:srgbClr val="434343"/>
              </a:solidFill>
              <a:highlight>
                <a:srgbClr val="FFF2CC"/>
              </a:highlight>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1800"/>
              <a:buFont typeface="Arial"/>
              <a:buNone/>
            </a:pPr>
            <a:r>
              <a:rPr b="0" i="0" lang="ja" sz="1800" u="none" cap="none" strike="noStrike">
                <a:solidFill>
                  <a:srgbClr val="434343"/>
                </a:solidFill>
                <a:highlight>
                  <a:srgbClr val="FFF2CC"/>
                </a:highlight>
                <a:latin typeface="Kosugi Maru"/>
                <a:ea typeface="Kosugi Maru"/>
                <a:cs typeface="Kosugi Maru"/>
                <a:sym typeface="Kosugi Maru"/>
              </a:rPr>
              <a:t>育脳マスターコース</a:t>
            </a:r>
            <a:endParaRPr b="0" i="0" sz="1800" u="none" cap="none" strike="noStrike">
              <a:solidFill>
                <a:srgbClr val="434343"/>
              </a:solidFill>
              <a:highlight>
                <a:srgbClr val="FFF2CC"/>
              </a:highlight>
              <a:latin typeface="Kosugi Maru"/>
              <a:ea typeface="Kosugi Maru"/>
              <a:cs typeface="Kosugi Maru"/>
              <a:sym typeface="Kosugi Maru"/>
            </a:endParaRPr>
          </a:p>
        </p:txBody>
      </p:sp>
      <p:sp>
        <p:nvSpPr>
          <p:cNvPr id="833" name="Google Shape;833;p66"/>
          <p:cNvSpPr txBox="1"/>
          <p:nvPr/>
        </p:nvSpPr>
        <p:spPr>
          <a:xfrm>
            <a:off x="6660313" y="2981050"/>
            <a:ext cx="2057400" cy="7554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1800"/>
              <a:buFont typeface="Arial"/>
              <a:buNone/>
            </a:pPr>
            <a:r>
              <a:rPr b="0" i="0" lang="ja" sz="1800" u="none" cap="none" strike="noStrike">
                <a:solidFill>
                  <a:srgbClr val="434343"/>
                </a:solidFill>
                <a:highlight>
                  <a:srgbClr val="FFF2CC"/>
                </a:highlight>
                <a:latin typeface="Kosugi Maru"/>
                <a:ea typeface="Kosugi Maru"/>
                <a:cs typeface="Kosugi Maru"/>
                <a:sym typeface="Kosugi Maru"/>
              </a:rPr>
              <a:t>カウンセリングコース</a:t>
            </a:r>
            <a:endParaRPr b="0" i="0" sz="1800" u="none" cap="none" strike="noStrike">
              <a:solidFill>
                <a:srgbClr val="434343"/>
              </a:solidFill>
              <a:highlight>
                <a:srgbClr val="FFF2CC"/>
              </a:highlight>
              <a:latin typeface="Kosugi Maru"/>
              <a:ea typeface="Kosugi Maru"/>
              <a:cs typeface="Kosugi Maru"/>
              <a:sym typeface="Kosugi Maru"/>
            </a:endParaRPr>
          </a:p>
        </p:txBody>
      </p:sp>
      <p:sp>
        <p:nvSpPr>
          <p:cNvPr id="834" name="Google Shape;834;p66"/>
          <p:cNvSpPr txBox="1"/>
          <p:nvPr/>
        </p:nvSpPr>
        <p:spPr>
          <a:xfrm>
            <a:off x="563436" y="3791400"/>
            <a:ext cx="3171000" cy="3753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434343"/>
                </a:solidFill>
                <a:latin typeface="Kosugi Maru"/>
                <a:ea typeface="Kosugi Maru"/>
                <a:cs typeface="Kosugi Maru"/>
                <a:sym typeface="Kosugi Maru"/>
              </a:rPr>
              <a:t>・育脳でお仕事したい方向け</a:t>
            </a:r>
            <a:endParaRPr b="0" i="0" sz="1400" u="none" cap="none" strike="noStrike">
              <a:solidFill>
                <a:srgbClr val="434343"/>
              </a:solidFill>
              <a:latin typeface="Kosugi Maru"/>
              <a:ea typeface="Kosugi Maru"/>
              <a:cs typeface="Kosugi Maru"/>
              <a:sym typeface="Kosugi Maru"/>
            </a:endParaRPr>
          </a:p>
        </p:txBody>
      </p:sp>
      <p:sp>
        <p:nvSpPr>
          <p:cNvPr id="835" name="Google Shape;835;p66"/>
          <p:cNvSpPr txBox="1"/>
          <p:nvPr/>
        </p:nvSpPr>
        <p:spPr>
          <a:xfrm>
            <a:off x="3895212" y="3812250"/>
            <a:ext cx="2742000" cy="3753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434343"/>
                </a:solidFill>
                <a:latin typeface="Kosugi Maru"/>
                <a:ea typeface="Kosugi Maru"/>
                <a:cs typeface="Kosugi Maru"/>
                <a:sym typeface="Kosugi Maru"/>
              </a:rPr>
              <a:t>・育脳で子育てしたい方向け</a:t>
            </a:r>
            <a:endParaRPr b="0" i="0" sz="1400" u="none" cap="none" strike="noStrike">
              <a:solidFill>
                <a:srgbClr val="434343"/>
              </a:solidFill>
              <a:latin typeface="Kosugi Maru"/>
              <a:ea typeface="Kosugi Maru"/>
              <a:cs typeface="Kosugi Maru"/>
              <a:sym typeface="Kosugi Maru"/>
            </a:endParaRPr>
          </a:p>
        </p:txBody>
      </p:sp>
      <p:sp>
        <p:nvSpPr>
          <p:cNvPr id="836" name="Google Shape;836;p66"/>
          <p:cNvSpPr txBox="1"/>
          <p:nvPr/>
        </p:nvSpPr>
        <p:spPr>
          <a:xfrm>
            <a:off x="6539287" y="3791400"/>
            <a:ext cx="2451900" cy="623100"/>
          </a:xfrm>
          <a:prstGeom prst="rect">
            <a:avLst/>
          </a:prstGeom>
          <a:noFill/>
          <a:ln>
            <a:noFill/>
          </a:ln>
        </p:spPr>
        <p:txBody>
          <a:bodyPr anchorCtr="0" anchor="t" bIns="79125" lIns="79125" spcFirstLastPara="1" rIns="79125" wrap="square" tIns="791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434343"/>
                </a:solidFill>
                <a:latin typeface="Kosugi Maru"/>
                <a:ea typeface="Kosugi Maru"/>
                <a:cs typeface="Kosugi Maru"/>
                <a:sym typeface="Kosugi Maru"/>
              </a:rPr>
              <a:t>・子育てカウンセリングを</a:t>
            </a:r>
            <a:endParaRPr b="0" i="0" sz="14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434343"/>
                </a:solidFill>
                <a:latin typeface="Kosugi Maru"/>
                <a:ea typeface="Kosugi Maru"/>
                <a:cs typeface="Kosugi Maru"/>
                <a:sym typeface="Kosugi Maru"/>
              </a:rPr>
              <a:t>　受けたい方向け</a:t>
            </a:r>
            <a:endParaRPr b="0" i="0" sz="1400" u="none" cap="none" strike="noStrike">
              <a:solidFill>
                <a:srgbClr val="434343"/>
              </a:solidFill>
              <a:latin typeface="Kosugi Maru"/>
              <a:ea typeface="Kosugi Maru"/>
              <a:cs typeface="Kosugi Maru"/>
              <a:sym typeface="Kosugi Maru"/>
            </a:endParaRPr>
          </a:p>
        </p:txBody>
      </p:sp>
      <p:sp>
        <p:nvSpPr>
          <p:cNvPr id="837" name="Google Shape;837;p66"/>
          <p:cNvSpPr/>
          <p:nvPr/>
        </p:nvSpPr>
        <p:spPr>
          <a:xfrm>
            <a:off x="828450" y="1179025"/>
            <a:ext cx="2169600" cy="19182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1" lang="ja" sz="3300">
                <a:solidFill>
                  <a:schemeClr val="lt1"/>
                </a:solidFill>
                <a:highlight>
                  <a:srgbClr val="888888"/>
                </a:highlight>
                <a:latin typeface="Kosugi Maru"/>
                <a:ea typeface="Kosugi Maru"/>
                <a:cs typeface="Kosugi Maru"/>
                <a:sym typeface="Kosugi Maru"/>
              </a:rPr>
              <a:t>８</a:t>
            </a:r>
            <a:r>
              <a:rPr b="1" i="0" lang="ja" sz="3300" u="none" cap="none" strike="noStrike">
                <a:solidFill>
                  <a:schemeClr val="lt1"/>
                </a:solidFill>
                <a:highlight>
                  <a:srgbClr val="888888"/>
                </a:highlight>
                <a:latin typeface="Kosugi Maru"/>
                <a:ea typeface="Kosugi Maru"/>
                <a:cs typeface="Kosugi Maru"/>
                <a:sym typeface="Kosugi Maru"/>
              </a:rPr>
              <a:t>人</a:t>
            </a:r>
            <a:endParaRPr b="1" i="0" sz="3300" u="none" cap="none" strike="noStrike">
              <a:solidFill>
                <a:schemeClr val="lt1"/>
              </a:solidFill>
              <a:highlight>
                <a:srgbClr val="888888"/>
              </a:highlight>
              <a:latin typeface="Kosugi Maru"/>
              <a:ea typeface="Kosugi Maru"/>
              <a:cs typeface="Kosugi Maru"/>
              <a:sym typeface="Kosugi Maru"/>
            </a:endParaRPr>
          </a:p>
        </p:txBody>
      </p:sp>
      <p:sp>
        <p:nvSpPr>
          <p:cNvPr id="838" name="Google Shape;838;p66"/>
          <p:cNvSpPr/>
          <p:nvPr/>
        </p:nvSpPr>
        <p:spPr>
          <a:xfrm>
            <a:off x="4181400" y="1179025"/>
            <a:ext cx="2169600" cy="19182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1" i="0" lang="ja" sz="3300" u="none" cap="none" strike="noStrike">
                <a:solidFill>
                  <a:schemeClr val="lt1"/>
                </a:solidFill>
                <a:highlight>
                  <a:srgbClr val="888888"/>
                </a:highlight>
                <a:latin typeface="Kosugi Maru"/>
                <a:ea typeface="Kosugi Maru"/>
                <a:cs typeface="Kosugi Maru"/>
                <a:sym typeface="Kosugi Maru"/>
              </a:rPr>
              <a:t>（１人）</a:t>
            </a:r>
            <a:endParaRPr b="1" i="0" sz="2200" u="none" cap="none" strike="noStrike">
              <a:solidFill>
                <a:schemeClr val="lt1"/>
              </a:solidFill>
              <a:highlight>
                <a:srgbClr val="888888"/>
              </a:highlight>
              <a:latin typeface="Kosugi Maru"/>
              <a:ea typeface="Kosugi Maru"/>
              <a:cs typeface="Kosugi Maru"/>
              <a:sym typeface="Kosugi Maru"/>
            </a:endParaRPr>
          </a:p>
        </p:txBody>
      </p:sp>
      <p:sp>
        <p:nvSpPr>
          <p:cNvPr id="839" name="Google Shape;839;p66"/>
          <p:cNvSpPr/>
          <p:nvPr/>
        </p:nvSpPr>
        <p:spPr>
          <a:xfrm>
            <a:off x="6604213" y="1179025"/>
            <a:ext cx="2169600" cy="19182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ja" sz="2200" u="none" cap="none" strike="noStrike">
                <a:solidFill>
                  <a:schemeClr val="lt1"/>
                </a:solidFill>
                <a:highlight>
                  <a:srgbClr val="888888"/>
                </a:highlight>
                <a:latin typeface="Kosugi Maru"/>
                <a:ea typeface="Kosugi Maru"/>
                <a:cs typeface="Kosugi Maru"/>
                <a:sym typeface="Kosugi Maru"/>
              </a:rPr>
              <a:t>０人</a:t>
            </a:r>
            <a:endParaRPr b="1" i="0" sz="2200" u="none" cap="none" strike="noStrike">
              <a:solidFill>
                <a:schemeClr val="lt1"/>
              </a:solidFill>
              <a:highlight>
                <a:srgbClr val="888888"/>
              </a:highlight>
              <a:latin typeface="Kosugi Maru"/>
              <a:ea typeface="Kosugi Maru"/>
              <a:cs typeface="Kosugi Maru"/>
              <a:sym typeface="Kosugi Maru"/>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67"/>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846" name="Google Shape;846;p67"/>
          <p:cNvSpPr txBox="1"/>
          <p:nvPr>
            <p:ph idx="11" type="ftr"/>
          </p:nvPr>
        </p:nvSpPr>
        <p:spPr>
          <a:xfrm>
            <a:off x="3673925" y="4817225"/>
            <a:ext cx="23085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847" name="Google Shape;847;p67"/>
          <p:cNvSpPr txBox="1"/>
          <p:nvPr/>
        </p:nvSpPr>
        <p:spPr>
          <a:xfrm>
            <a:off x="0" y="-11287"/>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業界情報</a:t>
            </a:r>
            <a:endParaRPr b="0" i="0" sz="2600" u="none" cap="none" strike="noStrike">
              <a:solidFill>
                <a:srgbClr val="434343"/>
              </a:solidFill>
              <a:latin typeface="Kosugi Maru"/>
              <a:ea typeface="Kosugi Maru"/>
              <a:cs typeface="Kosugi Maru"/>
              <a:sym typeface="Kosugi Maru"/>
            </a:endParaRPr>
          </a:p>
        </p:txBody>
      </p:sp>
      <p:cxnSp>
        <p:nvCxnSpPr>
          <p:cNvPr id="848" name="Google Shape;848;p67"/>
          <p:cNvCxnSpPr/>
          <p:nvPr/>
        </p:nvCxnSpPr>
        <p:spPr>
          <a:xfrm>
            <a:off x="828425" y="546425"/>
            <a:ext cx="7487100" cy="0"/>
          </a:xfrm>
          <a:prstGeom prst="straightConnector1">
            <a:avLst/>
          </a:prstGeom>
          <a:noFill/>
          <a:ln cap="flat" cmpd="sng" w="28575">
            <a:solidFill>
              <a:srgbClr val="EF84C9"/>
            </a:solidFill>
            <a:prstDash val="solid"/>
            <a:round/>
            <a:headEnd len="sm" w="sm" type="none"/>
            <a:tailEnd len="sm" w="sm" type="none"/>
          </a:ln>
        </p:spPr>
      </p:cxnSp>
      <p:pic>
        <p:nvPicPr>
          <p:cNvPr id="849" name="Google Shape;849;p67"/>
          <p:cNvPicPr preferRelativeResize="0"/>
          <p:nvPr/>
        </p:nvPicPr>
        <p:blipFill rotWithShape="1">
          <a:blip r:embed="rId3">
            <a:alphaModFix/>
          </a:blip>
          <a:srcRect b="0" l="0" r="0" t="0"/>
          <a:stretch/>
        </p:blipFill>
        <p:spPr>
          <a:xfrm>
            <a:off x="895750" y="714926"/>
            <a:ext cx="7285023" cy="4052351"/>
          </a:xfrm>
          <a:prstGeom prst="rect">
            <a:avLst/>
          </a:prstGeom>
          <a:noFill/>
          <a:ln>
            <a:noFill/>
          </a:ln>
        </p:spPr>
      </p:pic>
      <p:sp>
        <p:nvSpPr>
          <p:cNvPr id="850" name="Google Shape;850;p67"/>
          <p:cNvSpPr/>
          <p:nvPr/>
        </p:nvSpPr>
        <p:spPr>
          <a:xfrm>
            <a:off x="626825" y="827175"/>
            <a:ext cx="1541400" cy="11058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集客塾</a:t>
            </a:r>
            <a:endParaRPr b="1" i="0" sz="1400" u="none" cap="none" strike="noStrike">
              <a:solidFill>
                <a:schemeClr val="lt1"/>
              </a:solidFill>
              <a:highlight>
                <a:srgbClr val="888888"/>
              </a:highlight>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30万〜300万</a:t>
            </a:r>
            <a:endParaRPr b="1" i="0" sz="1400" u="none" cap="none" strike="noStrike">
              <a:solidFill>
                <a:schemeClr val="lt1"/>
              </a:solidFill>
              <a:highlight>
                <a:srgbClr val="888888"/>
              </a:highlight>
              <a:latin typeface="Kosugi Maru"/>
              <a:ea typeface="Kosugi Maru"/>
              <a:cs typeface="Kosugi Maru"/>
              <a:sym typeface="Kosugi Maru"/>
            </a:endParaRPr>
          </a:p>
        </p:txBody>
      </p:sp>
      <p:sp>
        <p:nvSpPr>
          <p:cNvPr id="851" name="Google Shape;851;p67"/>
          <p:cNvSpPr/>
          <p:nvPr/>
        </p:nvSpPr>
        <p:spPr>
          <a:xfrm>
            <a:off x="3592300" y="2762275"/>
            <a:ext cx="1809300" cy="16335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起業塾</a:t>
            </a:r>
            <a:endParaRPr b="1" i="0" sz="1400" u="none" cap="none" strike="noStrike">
              <a:solidFill>
                <a:schemeClr val="lt1"/>
              </a:solidFill>
              <a:highlight>
                <a:srgbClr val="888888"/>
              </a:highlight>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60万〜200万</a:t>
            </a:r>
            <a:endParaRPr b="1" i="0" sz="1400" u="none" cap="none" strike="noStrike">
              <a:solidFill>
                <a:schemeClr val="lt1"/>
              </a:solidFill>
              <a:highlight>
                <a:srgbClr val="888888"/>
              </a:highlight>
              <a:latin typeface="Kosugi Maru"/>
              <a:ea typeface="Kosugi Maru"/>
              <a:cs typeface="Kosugi Maru"/>
              <a:sym typeface="Kosugi Maru"/>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68"/>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858" name="Google Shape;858;p68"/>
          <p:cNvSpPr txBox="1"/>
          <p:nvPr>
            <p:ph idx="11" type="ftr"/>
          </p:nvPr>
        </p:nvSpPr>
        <p:spPr>
          <a:xfrm>
            <a:off x="3673925" y="4817225"/>
            <a:ext cx="23085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859" name="Google Shape;859;p68"/>
          <p:cNvSpPr txBox="1"/>
          <p:nvPr/>
        </p:nvSpPr>
        <p:spPr>
          <a:xfrm>
            <a:off x="0" y="-11287"/>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講座では・・・</a:t>
            </a:r>
            <a:endParaRPr b="0" i="0" sz="2600" u="none" cap="none" strike="noStrike">
              <a:solidFill>
                <a:srgbClr val="434343"/>
              </a:solidFill>
              <a:latin typeface="Kosugi Maru"/>
              <a:ea typeface="Kosugi Maru"/>
              <a:cs typeface="Kosugi Maru"/>
              <a:sym typeface="Kosugi Maru"/>
            </a:endParaRPr>
          </a:p>
        </p:txBody>
      </p:sp>
      <p:cxnSp>
        <p:nvCxnSpPr>
          <p:cNvPr id="860" name="Google Shape;860;p68"/>
          <p:cNvCxnSpPr/>
          <p:nvPr/>
        </p:nvCxnSpPr>
        <p:spPr>
          <a:xfrm>
            <a:off x="828425" y="546425"/>
            <a:ext cx="7487100" cy="0"/>
          </a:xfrm>
          <a:prstGeom prst="straightConnector1">
            <a:avLst/>
          </a:prstGeom>
          <a:noFill/>
          <a:ln cap="flat" cmpd="sng" w="28575">
            <a:solidFill>
              <a:srgbClr val="EF84C9"/>
            </a:solidFill>
            <a:prstDash val="solid"/>
            <a:round/>
            <a:headEnd len="sm" w="sm" type="none"/>
            <a:tailEnd len="sm" w="sm" type="none"/>
          </a:ln>
        </p:spPr>
      </p:cxnSp>
      <p:pic>
        <p:nvPicPr>
          <p:cNvPr id="861" name="Google Shape;861;p68"/>
          <p:cNvPicPr preferRelativeResize="0"/>
          <p:nvPr/>
        </p:nvPicPr>
        <p:blipFill rotWithShape="1">
          <a:blip r:embed="rId3">
            <a:alphaModFix/>
          </a:blip>
          <a:srcRect b="0" l="0" r="0" t="0"/>
          <a:stretch/>
        </p:blipFill>
        <p:spPr>
          <a:xfrm>
            <a:off x="895750" y="714926"/>
            <a:ext cx="7285023" cy="4052351"/>
          </a:xfrm>
          <a:prstGeom prst="rect">
            <a:avLst/>
          </a:prstGeom>
          <a:noFill/>
          <a:ln>
            <a:noFill/>
          </a:ln>
        </p:spPr>
      </p:pic>
      <p:sp>
        <p:nvSpPr>
          <p:cNvPr id="862" name="Google Shape;862;p68"/>
          <p:cNvSpPr/>
          <p:nvPr/>
        </p:nvSpPr>
        <p:spPr>
          <a:xfrm>
            <a:off x="409125" y="910925"/>
            <a:ext cx="2057400" cy="11058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サポートあり</a:t>
            </a:r>
            <a:endParaRPr b="1" i="0" sz="1400" u="none" cap="none" strike="noStrike">
              <a:solidFill>
                <a:schemeClr val="lt1"/>
              </a:solidFill>
              <a:highlight>
                <a:srgbClr val="888888"/>
              </a:highlight>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ビジネスモデルあり</a:t>
            </a:r>
            <a:endParaRPr b="1" i="0" sz="1400" u="none" cap="none" strike="noStrike">
              <a:solidFill>
                <a:schemeClr val="lt1"/>
              </a:solidFill>
              <a:highlight>
                <a:srgbClr val="888888"/>
              </a:highlight>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chemeClr val="lt1"/>
                </a:solidFill>
                <a:highlight>
                  <a:srgbClr val="888888"/>
                </a:highlight>
                <a:latin typeface="Kosugi Maru"/>
                <a:ea typeface="Kosugi Maru"/>
                <a:cs typeface="Kosugi Maru"/>
                <a:sym typeface="Kosugi Maru"/>
              </a:rPr>
              <a:t>（体験チャンスあり）</a:t>
            </a:r>
            <a:endParaRPr b="1" i="0" sz="1200" u="none" cap="none" strike="noStrike">
              <a:solidFill>
                <a:schemeClr val="lt1"/>
              </a:solidFill>
              <a:highlight>
                <a:srgbClr val="888888"/>
              </a:highlight>
              <a:latin typeface="Kosugi Maru"/>
              <a:ea typeface="Kosugi Maru"/>
              <a:cs typeface="Kosugi Maru"/>
              <a:sym typeface="Kosugi Maru"/>
            </a:endParaRPr>
          </a:p>
        </p:txBody>
      </p:sp>
      <p:sp>
        <p:nvSpPr>
          <p:cNvPr id="863" name="Google Shape;863;p68"/>
          <p:cNvSpPr/>
          <p:nvPr/>
        </p:nvSpPr>
        <p:spPr>
          <a:xfrm>
            <a:off x="6030125" y="3164350"/>
            <a:ext cx="2057400" cy="11058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ビジネスモデルあり</a:t>
            </a:r>
            <a:endParaRPr b="1" i="0" sz="1400" u="none" cap="none" strike="noStrike">
              <a:solidFill>
                <a:schemeClr val="lt1"/>
              </a:solidFill>
              <a:highlight>
                <a:srgbClr val="888888"/>
              </a:highlight>
              <a:latin typeface="Kosugi Maru"/>
              <a:ea typeface="Kosugi Maru"/>
              <a:cs typeface="Kosugi Maru"/>
              <a:sym typeface="Kosugi Maru"/>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69"/>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870" name="Google Shape;870;p69"/>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871" name="Google Shape;871;p69"/>
          <p:cNvSpPr txBox="1"/>
          <p:nvPr/>
        </p:nvSpPr>
        <p:spPr>
          <a:xfrm>
            <a:off x="0" y="172350"/>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どんな状況を変えたいですか？</a:t>
            </a:r>
            <a:endParaRPr b="0" i="0" sz="2600" u="none" cap="none" strike="noStrike">
              <a:solidFill>
                <a:srgbClr val="434343"/>
              </a:solidFill>
              <a:latin typeface="Kosugi Maru"/>
              <a:ea typeface="Kosugi Maru"/>
              <a:cs typeface="Kosugi Maru"/>
              <a:sym typeface="Kosugi Maru"/>
            </a:endParaRPr>
          </a:p>
        </p:txBody>
      </p:sp>
      <p:cxnSp>
        <p:nvCxnSpPr>
          <p:cNvPr id="872" name="Google Shape;872;p69"/>
          <p:cNvCxnSpPr/>
          <p:nvPr/>
        </p:nvCxnSpPr>
        <p:spPr>
          <a:xfrm>
            <a:off x="828425" y="806263"/>
            <a:ext cx="7487100" cy="0"/>
          </a:xfrm>
          <a:prstGeom prst="straightConnector1">
            <a:avLst/>
          </a:prstGeom>
          <a:noFill/>
          <a:ln cap="flat" cmpd="sng" w="28575">
            <a:solidFill>
              <a:srgbClr val="EF84C9"/>
            </a:solidFill>
            <a:prstDash val="solid"/>
            <a:round/>
            <a:headEnd len="sm" w="sm" type="none"/>
            <a:tailEnd len="sm" w="sm" type="none"/>
          </a:ln>
        </p:spPr>
      </p:cxnSp>
      <p:sp>
        <p:nvSpPr>
          <p:cNvPr id="873" name="Google Shape;873;p69"/>
          <p:cNvSpPr txBox="1"/>
          <p:nvPr/>
        </p:nvSpPr>
        <p:spPr>
          <a:xfrm>
            <a:off x="1242625" y="1197624"/>
            <a:ext cx="6658800" cy="2738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34343"/>
                </a:solidFill>
                <a:latin typeface="Kosugi Maru"/>
                <a:ea typeface="Kosugi Maru"/>
                <a:cs typeface="Kosugi Maru"/>
                <a:sym typeface="Kosugi Maru"/>
              </a:rPr>
              <a:t>・今の仕事は体力的にきつい</a:t>
            </a:r>
            <a:endParaRPr b="0" i="0" sz="21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t/>
            </a:r>
            <a:endParaRPr b="0" i="0" sz="21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34343"/>
                </a:solidFill>
                <a:latin typeface="Kosugi Maru"/>
                <a:ea typeface="Kosugi Maru"/>
                <a:cs typeface="Kosugi Maru"/>
                <a:sym typeface="Kosugi Maru"/>
              </a:rPr>
              <a:t>・少しで良いから心が休まる時間が欲しい。</a:t>
            </a:r>
            <a:endParaRPr b="0" i="0" sz="21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34343"/>
                </a:solidFill>
                <a:latin typeface="Kosugi Maru"/>
                <a:ea typeface="Kosugi Maru"/>
                <a:cs typeface="Kosugi Maru"/>
                <a:sym typeface="Kosugi Maru"/>
              </a:rPr>
              <a:t>　でも物価上がって、将来の備えのために休めない。</a:t>
            </a:r>
            <a:endParaRPr b="0" i="0" sz="21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t/>
            </a:r>
            <a:endParaRPr b="0" i="0" sz="21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34343"/>
                </a:solidFill>
                <a:latin typeface="Kosugi Maru"/>
                <a:ea typeface="Kosugi Maru"/>
                <a:cs typeface="Kosugi Maru"/>
                <a:sym typeface="Kosugi Maru"/>
              </a:rPr>
              <a:t>・今まで学んだことや経験したことを何かの形で</a:t>
            </a:r>
            <a:endParaRPr b="0" i="0" sz="21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34343"/>
                </a:solidFill>
                <a:latin typeface="Kosugi Maru"/>
                <a:ea typeface="Kosugi Maru"/>
                <a:cs typeface="Kosugi Maru"/>
                <a:sym typeface="Kosugi Maru"/>
              </a:rPr>
              <a:t>　世の中に役立てたい</a:t>
            </a:r>
            <a:endParaRPr b="0" i="0" sz="21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70"/>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880" name="Google Shape;880;p70"/>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881" name="Google Shape;881;p70"/>
          <p:cNvSpPr txBox="1"/>
          <p:nvPr/>
        </p:nvSpPr>
        <p:spPr>
          <a:xfrm>
            <a:off x="0" y="172350"/>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悲しい現実にも目を向けると・・・</a:t>
            </a:r>
            <a:endParaRPr b="0" i="0" sz="2600" u="none" cap="none" strike="noStrike">
              <a:solidFill>
                <a:srgbClr val="434343"/>
              </a:solidFill>
              <a:latin typeface="Kosugi Maru"/>
              <a:ea typeface="Kosugi Maru"/>
              <a:cs typeface="Kosugi Maru"/>
              <a:sym typeface="Kosugi Maru"/>
            </a:endParaRPr>
          </a:p>
        </p:txBody>
      </p:sp>
      <p:cxnSp>
        <p:nvCxnSpPr>
          <p:cNvPr id="882" name="Google Shape;882;p70"/>
          <p:cNvCxnSpPr/>
          <p:nvPr/>
        </p:nvCxnSpPr>
        <p:spPr>
          <a:xfrm>
            <a:off x="828425" y="806263"/>
            <a:ext cx="7487100" cy="0"/>
          </a:xfrm>
          <a:prstGeom prst="straightConnector1">
            <a:avLst/>
          </a:prstGeom>
          <a:noFill/>
          <a:ln cap="flat" cmpd="sng" w="28575">
            <a:solidFill>
              <a:srgbClr val="EF84C9"/>
            </a:solidFill>
            <a:prstDash val="solid"/>
            <a:round/>
            <a:headEnd len="sm" w="sm" type="none"/>
            <a:tailEnd len="sm" w="sm" type="none"/>
          </a:ln>
        </p:spPr>
      </p:cxnSp>
      <p:pic>
        <p:nvPicPr>
          <p:cNvPr id="883" name="Google Shape;883;p70"/>
          <p:cNvPicPr preferRelativeResize="0"/>
          <p:nvPr/>
        </p:nvPicPr>
        <p:blipFill rotWithShape="1">
          <a:blip r:embed="rId3">
            <a:alphaModFix/>
          </a:blip>
          <a:srcRect b="0" l="0" r="0" t="0"/>
          <a:stretch/>
        </p:blipFill>
        <p:spPr>
          <a:xfrm>
            <a:off x="1054150" y="1138038"/>
            <a:ext cx="6937901" cy="3348075"/>
          </a:xfrm>
          <a:prstGeom prst="rect">
            <a:avLst/>
          </a:prstGeom>
          <a:noFill/>
          <a:ln>
            <a:noFill/>
          </a:ln>
        </p:spPr>
      </p:pic>
      <p:sp>
        <p:nvSpPr>
          <p:cNvPr id="884" name="Google Shape;884;p70"/>
          <p:cNvSpPr txBox="1"/>
          <p:nvPr/>
        </p:nvSpPr>
        <p:spPr>
          <a:xfrm>
            <a:off x="2847600" y="1054800"/>
            <a:ext cx="3517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100"/>
              <a:buFont typeface="Arial"/>
              <a:buNone/>
            </a:pPr>
            <a:r>
              <a:rPr b="0" i="0" lang="ja" sz="2100" u="sng" cap="none" strike="noStrike">
                <a:solidFill>
                  <a:srgbClr val="434343"/>
                </a:solidFill>
                <a:latin typeface="Kosugi Maru"/>
                <a:ea typeface="Kosugi Maru"/>
                <a:cs typeface="Kosugi Maru"/>
                <a:sym typeface="Kosugi Maru"/>
              </a:rPr>
              <a:t>物価上昇率と給与上昇率</a:t>
            </a:r>
            <a:endParaRPr b="0" i="0" sz="21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7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891" name="Google Shape;891;p71"/>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892" name="Google Shape;892;p71"/>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比較してみましょう</a:t>
            </a:r>
            <a:endParaRPr b="0" i="0" sz="2600" u="none" cap="none" strike="noStrike">
              <a:solidFill>
                <a:srgbClr val="434343"/>
              </a:solidFill>
              <a:latin typeface="Kosugi Maru"/>
              <a:ea typeface="Kosugi Maru"/>
              <a:cs typeface="Kosugi Maru"/>
              <a:sym typeface="Kosugi Maru"/>
            </a:endParaRPr>
          </a:p>
        </p:txBody>
      </p:sp>
      <p:cxnSp>
        <p:nvCxnSpPr>
          <p:cNvPr id="893" name="Google Shape;893;p71"/>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894" name="Google Shape;894;p71"/>
          <p:cNvSpPr txBox="1"/>
          <p:nvPr/>
        </p:nvSpPr>
        <p:spPr>
          <a:xfrm>
            <a:off x="882475" y="2117250"/>
            <a:ext cx="4104000" cy="1994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EF84C9"/>
                </a:solidFill>
                <a:latin typeface="Kosugi Maru"/>
                <a:ea typeface="Kosugi Maru"/>
                <a:cs typeface="Kosugi Maru"/>
                <a:sym typeface="Kosugi Maru"/>
              </a:rPr>
              <a:t>・時給の制限がない</a:t>
            </a:r>
            <a:endParaRPr b="0" i="0" sz="21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EF84C9"/>
                </a:solidFill>
                <a:latin typeface="Kosugi Maru"/>
                <a:ea typeface="Kosugi Maru"/>
                <a:cs typeface="Kosugi Maru"/>
                <a:sym typeface="Kosugi Maru"/>
              </a:rPr>
              <a:t>・拘束時間がない</a:t>
            </a:r>
            <a:endParaRPr b="0" i="0" sz="21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A86E8"/>
                </a:solidFill>
                <a:latin typeface="Kosugi Maru"/>
                <a:ea typeface="Kosugi Maru"/>
                <a:cs typeface="Kosugi Maru"/>
                <a:sym typeface="Kosugi Maru"/>
              </a:rPr>
              <a:t>・収入が安定しない</a:t>
            </a:r>
            <a:endParaRPr b="0" i="0" sz="2100" u="none" cap="none" strike="noStrike">
              <a:solidFill>
                <a:srgbClr val="4A86E8"/>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EF84C9"/>
                </a:solidFill>
                <a:latin typeface="Kosugi Maru"/>
                <a:ea typeface="Kosugi Maru"/>
                <a:cs typeface="Kosugi Maru"/>
                <a:sym typeface="Kosugi Maru"/>
              </a:rPr>
              <a:t>・移動時間がない</a:t>
            </a:r>
            <a:endParaRPr b="0" i="0" sz="21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EF84C9"/>
                </a:solidFill>
                <a:latin typeface="Kosugi Maru"/>
                <a:ea typeface="Kosugi Maru"/>
                <a:cs typeface="Kosugi Maru"/>
                <a:sym typeface="Kosugi Maru"/>
              </a:rPr>
              <a:t>・自分の好き基準で行動できる</a:t>
            </a:r>
            <a:endParaRPr b="0" i="0" sz="2100" u="none" cap="none" strike="noStrike">
              <a:solidFill>
                <a:srgbClr val="EF84C9"/>
              </a:solidFill>
              <a:latin typeface="Kosugi Maru"/>
              <a:ea typeface="Kosugi Maru"/>
              <a:cs typeface="Kosugi Maru"/>
              <a:sym typeface="Kosugi Maru"/>
            </a:endParaRPr>
          </a:p>
        </p:txBody>
      </p:sp>
      <p:sp>
        <p:nvSpPr>
          <p:cNvPr id="895" name="Google Shape;895;p71"/>
          <p:cNvSpPr txBox="1"/>
          <p:nvPr/>
        </p:nvSpPr>
        <p:spPr>
          <a:xfrm>
            <a:off x="4824575" y="2117250"/>
            <a:ext cx="4104000" cy="1994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A86E8"/>
                </a:solidFill>
                <a:latin typeface="Kosugi Maru"/>
                <a:ea typeface="Kosugi Maru"/>
                <a:cs typeface="Kosugi Maru"/>
                <a:sym typeface="Kosugi Maru"/>
              </a:rPr>
              <a:t>・時給は決められている</a:t>
            </a:r>
            <a:endParaRPr b="0" i="0" sz="2100" u="none" cap="none" strike="noStrike">
              <a:solidFill>
                <a:srgbClr val="4A86E8"/>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A86E8"/>
                </a:solidFill>
                <a:latin typeface="Kosugi Maru"/>
                <a:ea typeface="Kosugi Maru"/>
                <a:cs typeface="Kosugi Maru"/>
                <a:sym typeface="Kosugi Maru"/>
              </a:rPr>
              <a:t>・拘束時間がある</a:t>
            </a:r>
            <a:endParaRPr b="0" i="0" sz="2100" u="none" cap="none" strike="noStrike">
              <a:solidFill>
                <a:srgbClr val="4A86E8"/>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EF84C9"/>
                </a:solidFill>
                <a:latin typeface="Kosugi Maru"/>
                <a:ea typeface="Kosugi Maru"/>
                <a:cs typeface="Kosugi Maru"/>
                <a:sym typeface="Kosugi Maru"/>
              </a:rPr>
              <a:t>・収入が安定している</a:t>
            </a:r>
            <a:endParaRPr b="0" i="0" sz="2100" u="none" cap="none" strike="noStrike">
              <a:solidFill>
                <a:srgbClr val="EF84C9"/>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A86E8"/>
                </a:solidFill>
                <a:latin typeface="Kosugi Maru"/>
                <a:ea typeface="Kosugi Maru"/>
                <a:cs typeface="Kosugi Maru"/>
                <a:sym typeface="Kosugi Maru"/>
              </a:rPr>
              <a:t>・大抵移動時間（通勤）がある</a:t>
            </a:r>
            <a:endParaRPr b="0" i="0" sz="2100" u="none" cap="none" strike="noStrike">
              <a:solidFill>
                <a:srgbClr val="4A86E8"/>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2100"/>
              <a:buFont typeface="Arial"/>
              <a:buNone/>
            </a:pPr>
            <a:r>
              <a:rPr b="0" i="0" lang="ja" sz="2100" u="none" cap="none" strike="noStrike">
                <a:solidFill>
                  <a:srgbClr val="4A86E8"/>
                </a:solidFill>
                <a:latin typeface="Kosugi Maru"/>
                <a:ea typeface="Kosugi Maru"/>
                <a:cs typeface="Kosugi Maru"/>
                <a:sym typeface="Kosugi Maru"/>
              </a:rPr>
              <a:t>・自分の意見はまず通らない</a:t>
            </a:r>
            <a:endParaRPr b="0" i="0" sz="2100" u="none" cap="none" strike="noStrike">
              <a:solidFill>
                <a:srgbClr val="4A86E8"/>
              </a:solidFill>
              <a:latin typeface="Kosugi Maru"/>
              <a:ea typeface="Kosugi Maru"/>
              <a:cs typeface="Kosugi Maru"/>
              <a:sym typeface="Kosugi Maru"/>
            </a:endParaRPr>
          </a:p>
        </p:txBody>
      </p:sp>
      <p:sp>
        <p:nvSpPr>
          <p:cNvPr id="896" name="Google Shape;896;p71"/>
          <p:cNvSpPr txBox="1"/>
          <p:nvPr/>
        </p:nvSpPr>
        <p:spPr>
          <a:xfrm>
            <a:off x="769000" y="1415000"/>
            <a:ext cx="23778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100"/>
              <a:buFont typeface="Arial"/>
              <a:buNone/>
            </a:pPr>
            <a:r>
              <a:rPr b="0" i="0" lang="ja" sz="2100" u="sng" cap="none" strike="noStrike">
                <a:solidFill>
                  <a:srgbClr val="434343"/>
                </a:solidFill>
                <a:latin typeface="Kosugi Maru"/>
                <a:ea typeface="Kosugi Maru"/>
                <a:cs typeface="Kosugi Maru"/>
                <a:sym typeface="Kosugi Maru"/>
              </a:rPr>
              <a:t>個人ビジネス</a:t>
            </a:r>
            <a:endParaRPr b="0" i="0" sz="2100" u="none" cap="none" strike="noStrike">
              <a:solidFill>
                <a:srgbClr val="434343"/>
              </a:solidFill>
              <a:latin typeface="Kosugi Maru"/>
              <a:ea typeface="Kosugi Maru"/>
              <a:cs typeface="Kosugi Maru"/>
              <a:sym typeface="Kosugi Maru"/>
            </a:endParaRPr>
          </a:p>
        </p:txBody>
      </p:sp>
      <p:sp>
        <p:nvSpPr>
          <p:cNvPr id="897" name="Google Shape;897;p71"/>
          <p:cNvSpPr txBox="1"/>
          <p:nvPr/>
        </p:nvSpPr>
        <p:spPr>
          <a:xfrm>
            <a:off x="4774325" y="1415000"/>
            <a:ext cx="25020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100"/>
              <a:buFont typeface="Arial"/>
              <a:buNone/>
            </a:pPr>
            <a:r>
              <a:rPr b="0" i="0" lang="ja" sz="2100" u="sng" cap="none" strike="noStrike">
                <a:solidFill>
                  <a:srgbClr val="434343"/>
                </a:solidFill>
                <a:latin typeface="Kosugi Maru"/>
                <a:ea typeface="Kosugi Maru"/>
                <a:cs typeface="Kosugi Maru"/>
                <a:sym typeface="Kosugi Maru"/>
              </a:rPr>
              <a:t>雇われビジネス</a:t>
            </a:r>
            <a:endParaRPr b="0" i="0" sz="2100" u="none" cap="none" strike="noStrike">
              <a:solidFill>
                <a:srgbClr val="434343"/>
              </a:solidFill>
              <a:latin typeface="Kosugi Maru"/>
              <a:ea typeface="Kosugi Maru"/>
              <a:cs typeface="Kosugi Maru"/>
              <a:sym typeface="Kosugi Maru"/>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72"/>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904" name="Google Shape;904;p72"/>
          <p:cNvSpPr txBox="1"/>
          <p:nvPr>
            <p:ph idx="11" type="ftr"/>
          </p:nvPr>
        </p:nvSpPr>
        <p:spPr>
          <a:xfrm>
            <a:off x="3673925" y="4817225"/>
            <a:ext cx="23085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905" name="Google Shape;905;p72"/>
          <p:cNvSpPr txBox="1"/>
          <p:nvPr/>
        </p:nvSpPr>
        <p:spPr>
          <a:xfrm>
            <a:off x="0" y="-11287"/>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個人でビジネスを始めるには・・・</a:t>
            </a:r>
            <a:endParaRPr b="0" i="0" sz="2600" u="none" cap="none" strike="noStrike">
              <a:solidFill>
                <a:srgbClr val="434343"/>
              </a:solidFill>
              <a:latin typeface="Kosugi Maru"/>
              <a:ea typeface="Kosugi Maru"/>
              <a:cs typeface="Kosugi Maru"/>
              <a:sym typeface="Kosugi Maru"/>
            </a:endParaRPr>
          </a:p>
        </p:txBody>
      </p:sp>
      <p:cxnSp>
        <p:nvCxnSpPr>
          <p:cNvPr id="906" name="Google Shape;906;p72"/>
          <p:cNvCxnSpPr/>
          <p:nvPr/>
        </p:nvCxnSpPr>
        <p:spPr>
          <a:xfrm>
            <a:off x="828425" y="546425"/>
            <a:ext cx="7487100" cy="0"/>
          </a:xfrm>
          <a:prstGeom prst="straightConnector1">
            <a:avLst/>
          </a:prstGeom>
          <a:noFill/>
          <a:ln cap="flat" cmpd="sng" w="28575">
            <a:solidFill>
              <a:srgbClr val="EF84C9"/>
            </a:solidFill>
            <a:prstDash val="solid"/>
            <a:round/>
            <a:headEnd len="sm" w="sm" type="none"/>
            <a:tailEnd len="sm" w="sm" type="none"/>
          </a:ln>
        </p:spPr>
      </p:cxnSp>
      <p:sp>
        <p:nvSpPr>
          <p:cNvPr id="907" name="Google Shape;907;p72"/>
          <p:cNvSpPr txBox="1"/>
          <p:nvPr/>
        </p:nvSpPr>
        <p:spPr>
          <a:xfrm>
            <a:off x="4860325" y="2002175"/>
            <a:ext cx="1335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434343"/>
                </a:solidFill>
                <a:latin typeface="Kosugi Maru"/>
                <a:ea typeface="Kosugi Maru"/>
                <a:cs typeface="Kosugi Maru"/>
                <a:sym typeface="Kosugi Maru"/>
              </a:rPr>
              <a:t>販売する</a:t>
            </a:r>
            <a:endParaRPr b="0" i="0" sz="1600" u="none" cap="none" strike="noStrike">
              <a:solidFill>
                <a:srgbClr val="434343"/>
              </a:solidFill>
              <a:latin typeface="Kosugi Maru"/>
              <a:ea typeface="Kosugi Maru"/>
              <a:cs typeface="Kosugi Maru"/>
              <a:sym typeface="Kosugi Maru"/>
            </a:endParaRPr>
          </a:p>
        </p:txBody>
      </p:sp>
      <p:sp>
        <p:nvSpPr>
          <p:cNvPr id="908" name="Google Shape;908;p72"/>
          <p:cNvSpPr txBox="1"/>
          <p:nvPr/>
        </p:nvSpPr>
        <p:spPr>
          <a:xfrm>
            <a:off x="273800" y="2076775"/>
            <a:ext cx="2502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434343"/>
                </a:solidFill>
                <a:latin typeface="Kosugi Maru"/>
                <a:ea typeface="Kosugi Maru"/>
                <a:cs typeface="Kosugi Maru"/>
                <a:sym typeface="Kosugi Maru"/>
              </a:rPr>
              <a:t>コンテンツを作る</a:t>
            </a:r>
            <a:endParaRPr b="0" i="0" sz="1600" u="none" cap="none" strike="noStrike">
              <a:solidFill>
                <a:srgbClr val="434343"/>
              </a:solidFill>
              <a:latin typeface="Kosugi Maru"/>
              <a:ea typeface="Kosugi Maru"/>
              <a:cs typeface="Kosugi Maru"/>
              <a:sym typeface="Kosugi Maru"/>
            </a:endParaRPr>
          </a:p>
        </p:txBody>
      </p:sp>
      <p:sp>
        <p:nvSpPr>
          <p:cNvPr id="909" name="Google Shape;909;p72"/>
          <p:cNvSpPr txBox="1"/>
          <p:nvPr/>
        </p:nvSpPr>
        <p:spPr>
          <a:xfrm>
            <a:off x="6444150" y="2002175"/>
            <a:ext cx="2502000" cy="71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434343"/>
                </a:solidFill>
                <a:latin typeface="Kosugi Maru"/>
                <a:ea typeface="Kosugi Maru"/>
                <a:cs typeface="Kosugi Maru"/>
                <a:sym typeface="Kosugi Maru"/>
              </a:rPr>
              <a:t>サービス提供方法を作る</a:t>
            </a:r>
            <a:endParaRPr b="0" i="0" sz="16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434343"/>
                </a:solidFill>
                <a:latin typeface="Kosugi Maru"/>
                <a:ea typeface="Kosugi Maru"/>
                <a:cs typeface="Kosugi Maru"/>
                <a:sym typeface="Kosugi Maru"/>
              </a:rPr>
              <a:t>サービスを提供する</a:t>
            </a:r>
            <a:endParaRPr b="0" i="0" sz="1600" u="none" cap="none" strike="noStrike">
              <a:solidFill>
                <a:srgbClr val="434343"/>
              </a:solidFill>
              <a:latin typeface="Kosugi Maru"/>
              <a:ea typeface="Kosugi Maru"/>
              <a:cs typeface="Kosugi Maru"/>
              <a:sym typeface="Kosugi Maru"/>
            </a:endParaRPr>
          </a:p>
        </p:txBody>
      </p:sp>
      <p:sp>
        <p:nvSpPr>
          <p:cNvPr id="910" name="Google Shape;910;p72"/>
          <p:cNvSpPr txBox="1"/>
          <p:nvPr/>
        </p:nvSpPr>
        <p:spPr>
          <a:xfrm>
            <a:off x="2489600" y="2035700"/>
            <a:ext cx="2122200" cy="71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434343"/>
                </a:solidFill>
                <a:latin typeface="Kosugi Maru"/>
                <a:ea typeface="Kosugi Maru"/>
                <a:cs typeface="Kosugi Maru"/>
                <a:sym typeface="Kosugi Maru"/>
              </a:rPr>
              <a:t>集客方法を学ぶ</a:t>
            </a:r>
            <a:endParaRPr b="0" i="0" sz="1600" u="none" cap="none" strike="noStrike">
              <a:solidFill>
                <a:srgbClr val="434343"/>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600"/>
              <a:buFont typeface="Arial"/>
              <a:buNone/>
            </a:pPr>
            <a:r>
              <a:rPr b="0" i="0" lang="ja" sz="1600" u="none" cap="none" strike="noStrike">
                <a:solidFill>
                  <a:srgbClr val="434343"/>
                </a:solidFill>
                <a:latin typeface="Kosugi Maru"/>
                <a:ea typeface="Kosugi Maru"/>
                <a:cs typeface="Kosugi Maru"/>
                <a:sym typeface="Kosugi Maru"/>
              </a:rPr>
              <a:t>集客を実践する</a:t>
            </a:r>
            <a:endParaRPr b="0" i="0" sz="1600" u="none" cap="none" strike="noStrike">
              <a:solidFill>
                <a:srgbClr val="434343"/>
              </a:solidFill>
              <a:latin typeface="Kosugi Maru"/>
              <a:ea typeface="Kosugi Maru"/>
              <a:cs typeface="Kosugi Maru"/>
              <a:sym typeface="Kosugi Maru"/>
            </a:endParaRPr>
          </a:p>
        </p:txBody>
      </p:sp>
      <p:sp>
        <p:nvSpPr>
          <p:cNvPr id="911" name="Google Shape;911;p72"/>
          <p:cNvSpPr/>
          <p:nvPr/>
        </p:nvSpPr>
        <p:spPr>
          <a:xfrm>
            <a:off x="425763" y="852300"/>
            <a:ext cx="1541400" cy="1105800"/>
          </a:xfrm>
          <a:prstGeom prst="roundRect">
            <a:avLst>
              <a:gd fmla="val 16667" name="adj"/>
            </a:avLst>
          </a:prstGeom>
          <a:solidFill>
            <a:srgbClr val="F1C23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何を売るか</a:t>
            </a:r>
            <a:endParaRPr b="1" i="0" sz="1400" u="none" cap="none" strike="noStrike">
              <a:solidFill>
                <a:schemeClr val="lt1"/>
              </a:solidFill>
              <a:highlight>
                <a:srgbClr val="888888"/>
              </a:highlight>
              <a:latin typeface="Kosugi Maru"/>
              <a:ea typeface="Kosugi Maru"/>
              <a:cs typeface="Kosugi Maru"/>
              <a:sym typeface="Kosugi Maru"/>
            </a:endParaRPr>
          </a:p>
        </p:txBody>
      </p:sp>
      <p:sp>
        <p:nvSpPr>
          <p:cNvPr id="912" name="Google Shape;912;p72"/>
          <p:cNvSpPr/>
          <p:nvPr/>
        </p:nvSpPr>
        <p:spPr>
          <a:xfrm>
            <a:off x="2545138" y="852300"/>
            <a:ext cx="1541400" cy="1105800"/>
          </a:xfrm>
          <a:prstGeom prst="roundRect">
            <a:avLst>
              <a:gd fmla="val 16667" name="adj"/>
            </a:avLst>
          </a:prstGeom>
          <a:solidFill>
            <a:srgbClr val="F1C23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どう集めるか</a:t>
            </a:r>
            <a:endParaRPr b="1" i="0" sz="1400" u="none" cap="none" strike="noStrike">
              <a:solidFill>
                <a:schemeClr val="lt1"/>
              </a:solidFill>
              <a:highlight>
                <a:srgbClr val="888888"/>
              </a:highlight>
              <a:latin typeface="Kosugi Maru"/>
              <a:ea typeface="Kosugi Maru"/>
              <a:cs typeface="Kosugi Maru"/>
              <a:sym typeface="Kosugi Maru"/>
            </a:endParaRPr>
          </a:p>
        </p:txBody>
      </p:sp>
      <p:sp>
        <p:nvSpPr>
          <p:cNvPr id="913" name="Google Shape;913;p72"/>
          <p:cNvSpPr/>
          <p:nvPr/>
        </p:nvSpPr>
        <p:spPr>
          <a:xfrm>
            <a:off x="4664513" y="852300"/>
            <a:ext cx="1541400" cy="1105800"/>
          </a:xfrm>
          <a:prstGeom prst="roundRect">
            <a:avLst>
              <a:gd fmla="val 16667" name="adj"/>
            </a:avLst>
          </a:prstGeom>
          <a:solidFill>
            <a:srgbClr val="F1C23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どう売るか</a:t>
            </a:r>
            <a:endParaRPr b="1" i="0" sz="1400" u="none" cap="none" strike="noStrike">
              <a:solidFill>
                <a:schemeClr val="lt1"/>
              </a:solidFill>
              <a:highlight>
                <a:srgbClr val="888888"/>
              </a:highlight>
              <a:latin typeface="Kosugi Maru"/>
              <a:ea typeface="Kosugi Maru"/>
              <a:cs typeface="Kosugi Maru"/>
              <a:sym typeface="Kosugi Maru"/>
            </a:endParaRPr>
          </a:p>
        </p:txBody>
      </p:sp>
      <p:sp>
        <p:nvSpPr>
          <p:cNvPr id="914" name="Google Shape;914;p72"/>
          <p:cNvSpPr/>
          <p:nvPr/>
        </p:nvSpPr>
        <p:spPr>
          <a:xfrm>
            <a:off x="6691888" y="852300"/>
            <a:ext cx="1725600" cy="1105800"/>
          </a:xfrm>
          <a:prstGeom prst="roundRect">
            <a:avLst>
              <a:gd fmla="val 16667" name="adj"/>
            </a:avLst>
          </a:prstGeom>
          <a:solidFill>
            <a:srgbClr val="F1C23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どう提供するか</a:t>
            </a:r>
            <a:endParaRPr b="1" i="0" sz="1400" u="none" cap="none" strike="noStrike">
              <a:solidFill>
                <a:schemeClr val="lt1"/>
              </a:solidFill>
              <a:highlight>
                <a:srgbClr val="888888"/>
              </a:highlight>
              <a:latin typeface="Kosugi Maru"/>
              <a:ea typeface="Kosugi Maru"/>
              <a:cs typeface="Kosugi Maru"/>
              <a:sym typeface="Kosugi Maru"/>
            </a:endParaRPr>
          </a:p>
        </p:txBody>
      </p:sp>
      <p:sp>
        <p:nvSpPr>
          <p:cNvPr id="915" name="Google Shape;915;p72"/>
          <p:cNvSpPr txBox="1"/>
          <p:nvPr/>
        </p:nvSpPr>
        <p:spPr>
          <a:xfrm>
            <a:off x="374325" y="2776038"/>
            <a:ext cx="1476300" cy="1143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・独自性は？</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・実績は？</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・権威性は？</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・評判は？</a:t>
            </a:r>
            <a:endParaRPr b="0" i="0" sz="1400" u="none" cap="none" strike="noStrike">
              <a:solidFill>
                <a:srgbClr val="F20DA2"/>
              </a:solidFill>
              <a:latin typeface="Kosugi Maru"/>
              <a:ea typeface="Kosugi Maru"/>
              <a:cs typeface="Kosugi Maru"/>
              <a:sym typeface="Kosugi Maru"/>
            </a:endParaRPr>
          </a:p>
        </p:txBody>
      </p:sp>
      <p:sp>
        <p:nvSpPr>
          <p:cNvPr id="916" name="Google Shape;916;p72"/>
          <p:cNvSpPr txBox="1"/>
          <p:nvPr/>
        </p:nvSpPr>
        <p:spPr>
          <a:xfrm>
            <a:off x="2357108" y="2776038"/>
            <a:ext cx="2184300" cy="1143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・簡単にできる？</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・費用対効果は？</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・毎日やるの？</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・原因と対策どうやる？</a:t>
            </a:r>
            <a:endParaRPr b="0" i="0" sz="1400" u="none" cap="none" strike="noStrike">
              <a:solidFill>
                <a:srgbClr val="F20DA2"/>
              </a:solidFill>
              <a:latin typeface="Kosugi Maru"/>
              <a:ea typeface="Kosugi Maru"/>
              <a:cs typeface="Kosugi Maru"/>
              <a:sym typeface="Kosugi Maru"/>
            </a:endParaRPr>
          </a:p>
        </p:txBody>
      </p:sp>
      <p:sp>
        <p:nvSpPr>
          <p:cNvPr id="917" name="Google Shape;917;p72"/>
          <p:cNvSpPr txBox="1"/>
          <p:nvPr/>
        </p:nvSpPr>
        <p:spPr>
          <a:xfrm>
            <a:off x="4586382" y="2781763"/>
            <a:ext cx="2001900" cy="1143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・どう販売する？</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・何で集金する？</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・何を伝える？</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・何を話せば良い？</a:t>
            </a:r>
            <a:endParaRPr b="0" i="0" sz="1400" u="none" cap="none" strike="noStrike">
              <a:solidFill>
                <a:srgbClr val="F20DA2"/>
              </a:solidFill>
              <a:latin typeface="Kosugi Maru"/>
              <a:ea typeface="Kosugi Maru"/>
              <a:cs typeface="Kosugi Maru"/>
              <a:sym typeface="Kosugi Maru"/>
            </a:endParaRPr>
          </a:p>
        </p:txBody>
      </p:sp>
      <p:sp>
        <p:nvSpPr>
          <p:cNvPr id="918" name="Google Shape;918;p72"/>
          <p:cNvSpPr txBox="1"/>
          <p:nvPr/>
        </p:nvSpPr>
        <p:spPr>
          <a:xfrm>
            <a:off x="6633250" y="2776038"/>
            <a:ext cx="2398800" cy="1143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・講座にする？</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　マンツーマンにする？</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・資料どうする？</a:t>
            </a:r>
            <a:endParaRPr b="0" i="0" sz="1400" u="none" cap="none" strike="noStrike">
              <a:solidFill>
                <a:srgbClr val="F20DA2"/>
              </a:solidFill>
              <a:latin typeface="Kosugi Maru"/>
              <a:ea typeface="Kosugi Maru"/>
              <a:cs typeface="Kosugi Maru"/>
              <a:sym typeface="Kosugi Maru"/>
            </a:endParaRPr>
          </a:p>
          <a:p>
            <a:pPr indent="0" lvl="0" marL="0" marR="0" rtl="0" algn="l">
              <a:lnSpc>
                <a:spcPct val="115000"/>
              </a:lnSpc>
              <a:spcBef>
                <a:spcPts val="0"/>
              </a:spcBef>
              <a:spcAft>
                <a:spcPts val="0"/>
              </a:spcAft>
              <a:buClr>
                <a:srgbClr val="000000"/>
              </a:buClr>
              <a:buSzPts val="1400"/>
              <a:buFont typeface="Arial"/>
              <a:buNone/>
            </a:pPr>
            <a:r>
              <a:rPr b="0" i="0" lang="ja" sz="1400" u="none" cap="none" strike="noStrike">
                <a:solidFill>
                  <a:srgbClr val="F20DA2"/>
                </a:solidFill>
                <a:latin typeface="Kosugi Maru"/>
                <a:ea typeface="Kosugi Maru"/>
                <a:cs typeface="Kosugi Maru"/>
                <a:sym typeface="Kosugi Maru"/>
              </a:rPr>
              <a:t>・オンライン？リアル？</a:t>
            </a:r>
            <a:endParaRPr b="0" i="0" sz="1400" u="none" cap="none" strike="noStrike">
              <a:solidFill>
                <a:srgbClr val="F20DA2"/>
              </a:solidFill>
              <a:latin typeface="Kosugi Maru"/>
              <a:ea typeface="Kosugi Maru"/>
              <a:cs typeface="Kosugi Maru"/>
              <a:sym typeface="Kosugi Maru"/>
            </a:endParaRPr>
          </a:p>
        </p:txBody>
      </p:sp>
      <p:sp>
        <p:nvSpPr>
          <p:cNvPr id="919" name="Google Shape;919;p72"/>
          <p:cNvSpPr/>
          <p:nvPr/>
        </p:nvSpPr>
        <p:spPr>
          <a:xfrm>
            <a:off x="2545150" y="4271550"/>
            <a:ext cx="1541400" cy="4311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集客塾</a:t>
            </a:r>
            <a:endParaRPr b="1" i="0" sz="1400" u="none" cap="none" strike="noStrike">
              <a:solidFill>
                <a:schemeClr val="lt1"/>
              </a:solidFill>
              <a:highlight>
                <a:srgbClr val="888888"/>
              </a:highlight>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30万〜300万</a:t>
            </a:r>
            <a:endParaRPr b="1" i="0" sz="1400" u="none" cap="none" strike="noStrike">
              <a:solidFill>
                <a:schemeClr val="lt1"/>
              </a:solidFill>
              <a:highlight>
                <a:srgbClr val="888888"/>
              </a:highlight>
              <a:latin typeface="Kosugi Maru"/>
              <a:ea typeface="Kosugi Maru"/>
              <a:cs typeface="Kosugi Maru"/>
              <a:sym typeface="Kosugi Maru"/>
            </a:endParaRPr>
          </a:p>
        </p:txBody>
      </p:sp>
      <p:sp>
        <p:nvSpPr>
          <p:cNvPr id="920" name="Google Shape;920;p72"/>
          <p:cNvSpPr/>
          <p:nvPr/>
        </p:nvSpPr>
        <p:spPr>
          <a:xfrm>
            <a:off x="425775" y="4271550"/>
            <a:ext cx="1541400" cy="4311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起業塾</a:t>
            </a:r>
            <a:endParaRPr b="1" i="0" sz="1400" u="none" cap="none" strike="noStrike">
              <a:solidFill>
                <a:schemeClr val="lt1"/>
              </a:solidFill>
              <a:highlight>
                <a:srgbClr val="888888"/>
              </a:highlight>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60万〜200万</a:t>
            </a:r>
            <a:endParaRPr b="1" i="0" sz="1400" u="none" cap="none" strike="noStrike">
              <a:solidFill>
                <a:schemeClr val="lt1"/>
              </a:solidFill>
              <a:highlight>
                <a:srgbClr val="888888"/>
              </a:highlight>
              <a:latin typeface="Kosugi Maru"/>
              <a:ea typeface="Kosugi Maru"/>
              <a:cs typeface="Kosugi Maru"/>
              <a:sym typeface="Kosugi Maru"/>
            </a:endParaRPr>
          </a:p>
        </p:txBody>
      </p:sp>
      <p:sp>
        <p:nvSpPr>
          <p:cNvPr id="921" name="Google Shape;921;p72"/>
          <p:cNvSpPr/>
          <p:nvPr/>
        </p:nvSpPr>
        <p:spPr>
          <a:xfrm>
            <a:off x="4664525" y="4273875"/>
            <a:ext cx="1541400" cy="4311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セールス塾</a:t>
            </a:r>
            <a:endParaRPr b="1" i="0" sz="1400" u="none" cap="none" strike="noStrike">
              <a:solidFill>
                <a:schemeClr val="lt1"/>
              </a:solidFill>
              <a:highlight>
                <a:srgbClr val="888888"/>
              </a:highlight>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20万〜100万</a:t>
            </a:r>
            <a:endParaRPr b="1" i="0" sz="1400" u="none" cap="none" strike="noStrike">
              <a:solidFill>
                <a:schemeClr val="lt1"/>
              </a:solidFill>
              <a:highlight>
                <a:srgbClr val="888888"/>
              </a:highlight>
              <a:latin typeface="Kosugi Maru"/>
              <a:ea typeface="Kosugi Maru"/>
              <a:cs typeface="Kosugi Maru"/>
              <a:sym typeface="Kosugi Maru"/>
            </a:endParaRPr>
          </a:p>
        </p:txBody>
      </p:sp>
      <p:sp>
        <p:nvSpPr>
          <p:cNvPr id="922" name="Google Shape;922;p72"/>
          <p:cNvSpPr/>
          <p:nvPr/>
        </p:nvSpPr>
        <p:spPr>
          <a:xfrm>
            <a:off x="6783900" y="4273875"/>
            <a:ext cx="1541400" cy="431100"/>
          </a:xfrm>
          <a:prstGeom prst="roundRect">
            <a:avLst>
              <a:gd fmla="val 16667" name="adj"/>
            </a:avLst>
          </a:prstGeom>
          <a:solidFill>
            <a:srgbClr val="EF84C9">
              <a:alpha val="7372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講座資料作成</a:t>
            </a:r>
            <a:endParaRPr b="1" i="0" sz="1400" u="none" cap="none" strike="noStrike">
              <a:solidFill>
                <a:schemeClr val="lt1"/>
              </a:solidFill>
              <a:highlight>
                <a:srgbClr val="888888"/>
              </a:highlight>
              <a:latin typeface="Kosugi Maru"/>
              <a:ea typeface="Kosugi Maru"/>
              <a:cs typeface="Kosugi Maru"/>
              <a:sym typeface="Kosugi Maru"/>
            </a:endParaRPr>
          </a:p>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chemeClr val="lt1"/>
                </a:solidFill>
                <a:highlight>
                  <a:srgbClr val="888888"/>
                </a:highlight>
                <a:latin typeface="Kosugi Maru"/>
                <a:ea typeface="Kosugi Maru"/>
                <a:cs typeface="Kosugi Maru"/>
                <a:sym typeface="Kosugi Maru"/>
              </a:rPr>
              <a:t>50〜100万</a:t>
            </a:r>
            <a:endParaRPr b="1" i="0" sz="1400" u="none" cap="none" strike="noStrike">
              <a:solidFill>
                <a:schemeClr val="lt1"/>
              </a:solidFill>
              <a:highlight>
                <a:srgbClr val="888888"/>
              </a:highlight>
              <a:latin typeface="Kosugi Maru"/>
              <a:ea typeface="Kosugi Maru"/>
              <a:cs typeface="Kosugi Maru"/>
              <a:sym typeface="Kosugi Maru"/>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73"/>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SzPts val="1000"/>
              <a:buNone/>
            </a:pPr>
            <a:fld id="{00000000-1234-1234-1234-123412341234}" type="slidenum">
              <a:rPr lang="ja"/>
              <a:t>‹#›</a:t>
            </a:fld>
            <a:endParaRPr/>
          </a:p>
        </p:txBody>
      </p:sp>
      <p:sp>
        <p:nvSpPr>
          <p:cNvPr id="929" name="Google Shape;929;p73"/>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930" name="Google Shape;930;p73"/>
          <p:cNvSpPr txBox="1"/>
          <p:nvPr/>
        </p:nvSpPr>
        <p:spPr>
          <a:xfrm>
            <a:off x="25" y="-12"/>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シンプルに例えると</a:t>
            </a:r>
            <a:endParaRPr b="0" i="0" sz="2600" u="none" cap="none" strike="noStrike">
              <a:solidFill>
                <a:srgbClr val="434343"/>
              </a:solidFill>
              <a:latin typeface="Kosugi Maru"/>
              <a:ea typeface="Kosugi Maru"/>
              <a:cs typeface="Kosugi Maru"/>
              <a:sym typeface="Kosugi Maru"/>
            </a:endParaRPr>
          </a:p>
        </p:txBody>
      </p:sp>
      <p:cxnSp>
        <p:nvCxnSpPr>
          <p:cNvPr id="931" name="Google Shape;931;p73"/>
          <p:cNvCxnSpPr/>
          <p:nvPr/>
        </p:nvCxnSpPr>
        <p:spPr>
          <a:xfrm>
            <a:off x="828450" y="633900"/>
            <a:ext cx="7487100" cy="0"/>
          </a:xfrm>
          <a:prstGeom prst="straightConnector1">
            <a:avLst/>
          </a:prstGeom>
          <a:noFill/>
          <a:ln cap="flat" cmpd="sng" w="28575">
            <a:solidFill>
              <a:srgbClr val="EF84C9"/>
            </a:solidFill>
            <a:prstDash val="solid"/>
            <a:round/>
            <a:headEnd len="sm" w="sm" type="none"/>
            <a:tailEnd len="sm" w="sm" type="none"/>
          </a:ln>
        </p:spPr>
      </p:cxnSp>
      <p:sp>
        <p:nvSpPr>
          <p:cNvPr id="932" name="Google Shape;932;p73"/>
          <p:cNvSpPr txBox="1"/>
          <p:nvPr/>
        </p:nvSpPr>
        <p:spPr>
          <a:xfrm>
            <a:off x="1150475" y="1101650"/>
            <a:ext cx="61614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400"/>
              <a:buFont typeface="Arial"/>
              <a:buNone/>
            </a:pPr>
            <a:r>
              <a:rPr b="1" i="0" lang="ja" sz="2400" u="sng" cap="none" strike="noStrike">
                <a:solidFill>
                  <a:srgbClr val="FF9900"/>
                </a:solidFill>
                <a:latin typeface="Kosugi Maru"/>
                <a:ea typeface="Kosugi Maru"/>
                <a:cs typeface="Kosugi Maru"/>
                <a:sym typeface="Kosugi Maru"/>
              </a:rPr>
              <a:t>ハワイにいきたい！</a:t>
            </a:r>
            <a:endParaRPr b="1" i="0" sz="4900" u="sng" cap="none" strike="noStrike">
              <a:solidFill>
                <a:srgbClr val="FF9900"/>
              </a:solidFill>
              <a:latin typeface="Kosugi Maru"/>
              <a:ea typeface="Kosugi Maru"/>
              <a:cs typeface="Kosugi Maru"/>
              <a:sym typeface="Kosugi Maru"/>
            </a:endParaRPr>
          </a:p>
        </p:txBody>
      </p:sp>
      <p:pic>
        <p:nvPicPr>
          <p:cNvPr id="933" name="Google Shape;933;p73"/>
          <p:cNvPicPr preferRelativeResize="0"/>
          <p:nvPr/>
        </p:nvPicPr>
        <p:blipFill rotWithShape="1">
          <a:blip r:embed="rId3">
            <a:alphaModFix/>
          </a:blip>
          <a:srcRect b="0" l="0" r="0" t="0"/>
          <a:stretch/>
        </p:blipFill>
        <p:spPr>
          <a:xfrm>
            <a:off x="5611726" y="757360"/>
            <a:ext cx="1385650" cy="1196466"/>
          </a:xfrm>
          <a:prstGeom prst="rect">
            <a:avLst/>
          </a:prstGeom>
          <a:noFill/>
          <a:ln>
            <a:noFill/>
          </a:ln>
        </p:spPr>
      </p:pic>
      <p:pic>
        <p:nvPicPr>
          <p:cNvPr id="934" name="Google Shape;934;p73"/>
          <p:cNvPicPr preferRelativeResize="0"/>
          <p:nvPr/>
        </p:nvPicPr>
        <p:blipFill rotWithShape="1">
          <a:blip r:embed="rId4">
            <a:alphaModFix/>
          </a:blip>
          <a:srcRect b="0" l="0" r="0" t="0"/>
          <a:stretch/>
        </p:blipFill>
        <p:spPr>
          <a:xfrm>
            <a:off x="5854650" y="2240613"/>
            <a:ext cx="2347297" cy="1492575"/>
          </a:xfrm>
          <a:prstGeom prst="rect">
            <a:avLst/>
          </a:prstGeom>
          <a:noFill/>
          <a:ln>
            <a:noFill/>
          </a:ln>
        </p:spPr>
      </p:pic>
      <p:sp>
        <p:nvSpPr>
          <p:cNvPr id="935" name="Google Shape;935;p73"/>
          <p:cNvSpPr txBox="1"/>
          <p:nvPr/>
        </p:nvSpPr>
        <p:spPr>
          <a:xfrm>
            <a:off x="669300" y="3797025"/>
            <a:ext cx="2693100" cy="1048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700"/>
              <a:buFont typeface="Arial"/>
              <a:buNone/>
            </a:pPr>
            <a:r>
              <a:rPr b="0" i="0" lang="ja" sz="1700" u="none" cap="none" strike="noStrike">
                <a:solidFill>
                  <a:srgbClr val="F20DA2"/>
                </a:solidFill>
                <a:latin typeface="Kosugi Maru"/>
                <a:ea typeface="Kosugi Maru"/>
                <a:cs typeface="Kosugi Maru"/>
                <a:sym typeface="Kosugi Maru"/>
              </a:rPr>
              <a:t>お金をかけずに自力で</a:t>
            </a:r>
            <a:endParaRPr b="0" i="0" sz="1700" u="none" cap="none" strike="noStrike">
              <a:solidFill>
                <a:srgbClr val="F20DA2"/>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1700"/>
              <a:buFont typeface="Arial"/>
              <a:buNone/>
            </a:pPr>
            <a:r>
              <a:rPr b="0" i="0" lang="ja" sz="1700" u="none" cap="none" strike="noStrike">
                <a:solidFill>
                  <a:srgbClr val="F20DA2"/>
                </a:solidFill>
                <a:latin typeface="Kosugi Maru"/>
                <a:ea typeface="Kosugi Maru"/>
                <a:cs typeface="Kosugi Maru"/>
                <a:sym typeface="Kosugi Maru"/>
              </a:rPr>
              <a:t>何年かかけて</a:t>
            </a:r>
            <a:endParaRPr b="0" i="0" sz="1700" u="none" cap="none" strike="noStrike">
              <a:solidFill>
                <a:srgbClr val="F20DA2"/>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1700"/>
              <a:buFont typeface="Arial"/>
              <a:buNone/>
            </a:pPr>
            <a:r>
              <a:rPr b="0" i="0" lang="ja" sz="1700" u="none" cap="none" strike="noStrike">
                <a:solidFill>
                  <a:srgbClr val="F20DA2"/>
                </a:solidFill>
                <a:latin typeface="Kosugi Maru"/>
                <a:ea typeface="Kosugi Maru"/>
                <a:cs typeface="Kosugi Maru"/>
                <a:sym typeface="Kosugi Maru"/>
              </a:rPr>
              <a:t>手探りで行く</a:t>
            </a:r>
            <a:endParaRPr b="0" i="0" sz="1700" u="none" cap="none" strike="noStrike">
              <a:solidFill>
                <a:srgbClr val="F20DA2"/>
              </a:solidFill>
              <a:latin typeface="Kosugi Maru"/>
              <a:ea typeface="Kosugi Maru"/>
              <a:cs typeface="Kosugi Maru"/>
              <a:sym typeface="Kosugi Maru"/>
            </a:endParaRPr>
          </a:p>
        </p:txBody>
      </p:sp>
      <p:pic>
        <p:nvPicPr>
          <p:cNvPr id="936" name="Google Shape;936;p73"/>
          <p:cNvPicPr preferRelativeResize="0"/>
          <p:nvPr/>
        </p:nvPicPr>
        <p:blipFill rotWithShape="1">
          <a:blip r:embed="rId5">
            <a:alphaModFix/>
          </a:blip>
          <a:srcRect b="0" l="0" r="0" t="0"/>
          <a:stretch/>
        </p:blipFill>
        <p:spPr>
          <a:xfrm>
            <a:off x="727926" y="2123512"/>
            <a:ext cx="2693100" cy="1500349"/>
          </a:xfrm>
          <a:prstGeom prst="rect">
            <a:avLst/>
          </a:prstGeom>
          <a:noFill/>
          <a:ln>
            <a:noFill/>
          </a:ln>
        </p:spPr>
      </p:pic>
      <p:sp>
        <p:nvSpPr>
          <p:cNvPr id="937" name="Google Shape;937;p73"/>
          <p:cNvSpPr txBox="1"/>
          <p:nvPr/>
        </p:nvSpPr>
        <p:spPr>
          <a:xfrm>
            <a:off x="6261050" y="3733188"/>
            <a:ext cx="2693100" cy="747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700"/>
              <a:buFont typeface="Arial"/>
              <a:buNone/>
            </a:pPr>
            <a:r>
              <a:rPr b="0" i="0" lang="ja" sz="1700" u="none" cap="none" strike="noStrike">
                <a:solidFill>
                  <a:srgbClr val="F20DA2"/>
                </a:solidFill>
                <a:latin typeface="Kosugi Maru"/>
                <a:ea typeface="Kosugi Maru"/>
                <a:cs typeface="Kosugi Maru"/>
                <a:sym typeface="Kosugi Maru"/>
              </a:rPr>
              <a:t>電車や飛行機で</a:t>
            </a:r>
            <a:endParaRPr b="0" i="0" sz="1700" u="none" cap="none" strike="noStrike">
              <a:solidFill>
                <a:srgbClr val="F20DA2"/>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1700"/>
              <a:buFont typeface="Arial"/>
              <a:buNone/>
            </a:pPr>
            <a:r>
              <a:rPr b="0" i="0" lang="ja" sz="1700" u="none" cap="none" strike="noStrike">
                <a:solidFill>
                  <a:srgbClr val="F20DA2"/>
                </a:solidFill>
                <a:latin typeface="Kosugi Maru"/>
                <a:ea typeface="Kosugi Maru"/>
                <a:cs typeface="Kosugi Maru"/>
                <a:sym typeface="Kosugi Maru"/>
              </a:rPr>
              <a:t>最速＆確実に行く</a:t>
            </a:r>
            <a:endParaRPr b="0" i="0" sz="1700" u="none" cap="none" strike="noStrike">
              <a:solidFill>
                <a:srgbClr val="F20DA2"/>
              </a:solidFill>
              <a:latin typeface="Kosugi Maru"/>
              <a:ea typeface="Kosugi Maru"/>
              <a:cs typeface="Kosugi Maru"/>
              <a:sym typeface="Kosugi Maru"/>
            </a:endParaRPr>
          </a:p>
        </p:txBody>
      </p:sp>
      <p:sp>
        <p:nvSpPr>
          <p:cNvPr id="938" name="Google Shape;938;p73"/>
          <p:cNvSpPr txBox="1"/>
          <p:nvPr/>
        </p:nvSpPr>
        <p:spPr>
          <a:xfrm>
            <a:off x="3225450" y="3012213"/>
            <a:ext cx="2693100" cy="747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700"/>
              <a:buFont typeface="Arial"/>
              <a:buNone/>
            </a:pPr>
            <a:r>
              <a:rPr b="0" i="0" lang="ja" sz="1700" u="none" cap="none" strike="noStrike">
                <a:solidFill>
                  <a:srgbClr val="666666"/>
                </a:solidFill>
                <a:highlight>
                  <a:srgbClr val="FFFF00"/>
                </a:highlight>
                <a:latin typeface="Kosugi Maru"/>
                <a:ea typeface="Kosugi Maru"/>
                <a:cs typeface="Kosugi Maru"/>
                <a:sym typeface="Kosugi Maru"/>
              </a:rPr>
              <a:t>あなたは</a:t>
            </a:r>
            <a:endParaRPr b="0" i="0" sz="1700" u="none" cap="none" strike="noStrike">
              <a:solidFill>
                <a:srgbClr val="666666"/>
              </a:solidFill>
              <a:highlight>
                <a:srgbClr val="FFFF00"/>
              </a:highlight>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1700"/>
              <a:buFont typeface="Arial"/>
              <a:buNone/>
            </a:pPr>
            <a:r>
              <a:rPr b="0" i="0" lang="ja" sz="1700" u="none" cap="none" strike="noStrike">
                <a:solidFill>
                  <a:srgbClr val="666666"/>
                </a:solidFill>
                <a:highlight>
                  <a:srgbClr val="FFFF00"/>
                </a:highlight>
                <a:latin typeface="Kosugi Maru"/>
                <a:ea typeface="Kosugi Maru"/>
                <a:cs typeface="Kosugi Maru"/>
                <a:sym typeface="Kosugi Maru"/>
              </a:rPr>
              <a:t>どっち？</a:t>
            </a:r>
            <a:endParaRPr b="0" i="0" sz="1700" u="none" cap="none" strike="noStrike">
              <a:solidFill>
                <a:srgbClr val="666666"/>
              </a:solidFill>
              <a:highlight>
                <a:srgbClr val="FFFF00"/>
              </a:highlight>
              <a:latin typeface="Kosugi Maru"/>
              <a:ea typeface="Kosugi Maru"/>
              <a:cs typeface="Kosugi Maru"/>
              <a:sym typeface="Kosugi Maru"/>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3" name="Shape 943"/>
        <p:cNvGrpSpPr/>
        <p:nvPr/>
      </p:nvGrpSpPr>
      <p:grpSpPr>
        <a:xfrm>
          <a:off x="0" y="0"/>
          <a:ext cx="0" cy="0"/>
          <a:chOff x="0" y="0"/>
          <a:chExt cx="0" cy="0"/>
        </a:xfrm>
      </p:grpSpPr>
      <p:sp>
        <p:nvSpPr>
          <p:cNvPr id="944" name="Google Shape;944;p74"/>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945" name="Google Shape;945;p74"/>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946" name="Google Shape;946;p74"/>
          <p:cNvSpPr txBox="1"/>
          <p:nvPr/>
        </p:nvSpPr>
        <p:spPr>
          <a:xfrm>
            <a:off x="25" y="342613"/>
            <a:ext cx="9144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0" i="0" lang="ja" sz="2600" u="none" cap="none" strike="noStrike">
                <a:solidFill>
                  <a:srgbClr val="434343"/>
                </a:solidFill>
                <a:latin typeface="Kosugi Maru"/>
                <a:ea typeface="Kosugi Maru"/>
                <a:cs typeface="Kosugi Maru"/>
                <a:sym typeface="Kosugi Maru"/>
              </a:rPr>
              <a:t>最良を求める人の最大の敵は？？</a:t>
            </a:r>
            <a:endParaRPr b="0" i="0" sz="2600" u="none" cap="none" strike="noStrike">
              <a:solidFill>
                <a:srgbClr val="434343"/>
              </a:solidFill>
              <a:latin typeface="Kosugi Maru"/>
              <a:ea typeface="Kosugi Maru"/>
              <a:cs typeface="Kosugi Maru"/>
              <a:sym typeface="Kosugi Maru"/>
            </a:endParaRPr>
          </a:p>
        </p:txBody>
      </p:sp>
      <p:cxnSp>
        <p:nvCxnSpPr>
          <p:cNvPr id="947" name="Google Shape;947;p74"/>
          <p:cNvCxnSpPr/>
          <p:nvPr/>
        </p:nvCxnSpPr>
        <p:spPr>
          <a:xfrm>
            <a:off x="828450" y="976525"/>
            <a:ext cx="7487100" cy="0"/>
          </a:xfrm>
          <a:prstGeom prst="straightConnector1">
            <a:avLst/>
          </a:prstGeom>
          <a:noFill/>
          <a:ln cap="flat" cmpd="sng" w="28575">
            <a:solidFill>
              <a:srgbClr val="EF84C9"/>
            </a:solidFill>
            <a:prstDash val="solid"/>
            <a:round/>
            <a:headEnd len="sm" w="sm" type="none"/>
            <a:tailEnd len="sm" w="sm" type="none"/>
          </a:ln>
        </p:spPr>
      </p:cxnSp>
      <p:sp>
        <p:nvSpPr>
          <p:cNvPr id="948" name="Google Shape;948;p74"/>
          <p:cNvSpPr txBox="1"/>
          <p:nvPr/>
        </p:nvSpPr>
        <p:spPr>
          <a:xfrm>
            <a:off x="1230800" y="1623000"/>
            <a:ext cx="6658800" cy="2379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100"/>
              <a:buFont typeface="Arial"/>
              <a:buNone/>
            </a:pPr>
            <a:r>
              <a:rPr b="0" i="0" lang="ja" sz="2100" u="none" cap="none" strike="noStrike">
                <a:solidFill>
                  <a:srgbClr val="434343"/>
                </a:solidFill>
                <a:latin typeface="Kosugi Maru"/>
                <a:ea typeface="Kosugi Maru"/>
                <a:cs typeface="Kosugi Maru"/>
                <a:sym typeface="Kosugi Maru"/>
              </a:rPr>
              <a:t>変わりたい、成し遂げたい</a:t>
            </a:r>
            <a:endParaRPr b="0" i="0" sz="21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2100"/>
              <a:buFont typeface="Arial"/>
              <a:buNone/>
            </a:pPr>
            <a:r>
              <a:t/>
            </a:r>
            <a:endParaRPr b="0" i="0" sz="21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2100"/>
              <a:buFont typeface="Arial"/>
              <a:buNone/>
            </a:pPr>
            <a:r>
              <a:rPr b="0" i="0" lang="ja" sz="2100" u="none" cap="none" strike="noStrike">
                <a:solidFill>
                  <a:srgbClr val="434343"/>
                </a:solidFill>
                <a:latin typeface="Kosugi Maru"/>
                <a:ea typeface="Kosugi Maru"/>
                <a:cs typeface="Kosugi Maru"/>
                <a:sym typeface="Kosugi Maru"/>
              </a:rPr>
              <a:t>その想いや行動の最大の敵は・・・</a:t>
            </a:r>
            <a:endParaRPr b="0" i="0" sz="21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2100"/>
              <a:buFont typeface="Arial"/>
              <a:buNone/>
            </a:pPr>
            <a:r>
              <a:t/>
            </a:r>
            <a:endParaRPr b="0" i="0" sz="2100" u="none" cap="none" strike="noStrike">
              <a:solidFill>
                <a:srgbClr val="434343"/>
              </a:solidFill>
              <a:latin typeface="Kosugi Maru"/>
              <a:ea typeface="Kosugi Maru"/>
              <a:cs typeface="Kosugi Maru"/>
              <a:sym typeface="Kosugi Maru"/>
            </a:endParaRPr>
          </a:p>
          <a:p>
            <a:pPr indent="0" lvl="0" marL="0" marR="0" rtl="0" algn="ctr">
              <a:lnSpc>
                <a:spcPct val="115000"/>
              </a:lnSpc>
              <a:spcBef>
                <a:spcPts val="0"/>
              </a:spcBef>
              <a:spcAft>
                <a:spcPts val="0"/>
              </a:spcAft>
              <a:buClr>
                <a:srgbClr val="000000"/>
              </a:buClr>
              <a:buSzPts val="4600"/>
              <a:buFont typeface="Arial"/>
              <a:buNone/>
            </a:pPr>
            <a:r>
              <a:rPr b="0" i="0" lang="ja" sz="4600" u="none" cap="none" strike="noStrike">
                <a:solidFill>
                  <a:srgbClr val="EF84C9"/>
                </a:solidFill>
                <a:latin typeface="Kosugi Maru"/>
                <a:ea typeface="Kosugi Maru"/>
                <a:cs typeface="Kosugi Maru"/>
                <a:sym typeface="Kosugi Maru"/>
              </a:rPr>
              <a:t>「良」の選択肢＆状態</a:t>
            </a:r>
            <a:endParaRPr b="0" i="0" sz="4600" u="none" cap="none" strike="noStrike">
              <a:solidFill>
                <a:srgbClr val="EF84C9"/>
              </a:solidFill>
              <a:latin typeface="Kosugi Maru"/>
              <a:ea typeface="Kosugi Maru"/>
              <a:cs typeface="Kosugi Maru"/>
              <a:sym typeface="Kosugi Maru"/>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75"/>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ja"/>
              <a:t>‹#›</a:t>
            </a:fld>
            <a:endParaRPr/>
          </a:p>
        </p:txBody>
      </p:sp>
      <p:sp>
        <p:nvSpPr>
          <p:cNvPr id="955" name="Google Shape;955;p75"/>
          <p:cNvSpPr txBox="1"/>
          <p:nvPr>
            <p:ph idx="11" type="ftr"/>
          </p:nvPr>
        </p:nvSpPr>
        <p:spPr>
          <a:xfrm>
            <a:off x="3028973" y="4817889"/>
            <a:ext cx="3086100" cy="273900"/>
          </a:xfrm>
          <a:prstGeom prst="rect">
            <a:avLst/>
          </a:prstGeom>
          <a:noFill/>
          <a:ln>
            <a:noFill/>
          </a:ln>
        </p:spPr>
        <p:txBody>
          <a:bodyPr anchorCtr="0" anchor="ctr" bIns="39550" lIns="79125" spcFirstLastPara="1" rIns="79125" wrap="square" tIns="39550">
            <a:noAutofit/>
          </a:bodyPr>
          <a:lstStyle/>
          <a:p>
            <a:pPr indent="0" lvl="0" marL="0" rtl="0" algn="ctr">
              <a:lnSpc>
                <a:spcPct val="100000"/>
              </a:lnSpc>
              <a:spcBef>
                <a:spcPts val="0"/>
              </a:spcBef>
              <a:spcAft>
                <a:spcPts val="0"/>
              </a:spcAft>
              <a:buSzPts val="1200"/>
              <a:buNone/>
            </a:pPr>
            <a:r>
              <a:rPr lang="ja">
                <a:latin typeface="M PLUS Rounded 1c Light"/>
                <a:ea typeface="M PLUS Rounded 1c Light"/>
                <a:cs typeface="M PLUS Rounded 1c Light"/>
                <a:sym typeface="M PLUS Rounded 1c Light"/>
              </a:rPr>
              <a:t>©︎2025日本ママアカデミー協会</a:t>
            </a:r>
            <a:endParaRPr>
              <a:latin typeface="M PLUS Rounded 1c Light"/>
              <a:ea typeface="M PLUS Rounded 1c Light"/>
              <a:cs typeface="M PLUS Rounded 1c Light"/>
              <a:sym typeface="M PLUS Rounded 1c Light"/>
            </a:endParaRPr>
          </a:p>
        </p:txBody>
      </p:sp>
      <p:sp>
        <p:nvSpPr>
          <p:cNvPr id="956" name="Google Shape;956;p75"/>
          <p:cNvSpPr txBox="1"/>
          <p:nvPr/>
        </p:nvSpPr>
        <p:spPr>
          <a:xfrm>
            <a:off x="1387650" y="2062300"/>
            <a:ext cx="6368700" cy="837000"/>
          </a:xfrm>
          <a:prstGeom prst="rect">
            <a:avLst/>
          </a:prstGeom>
          <a:noFill/>
          <a:ln>
            <a:noFill/>
          </a:ln>
        </p:spPr>
        <p:txBody>
          <a:bodyPr anchorCtr="0" anchor="t" bIns="79125" lIns="79125" spcFirstLastPara="1" rIns="79125" wrap="square" tIns="79125">
            <a:spAutoFit/>
          </a:bodyPr>
          <a:lstStyle/>
          <a:p>
            <a:pPr indent="0" lvl="0" marL="0" marR="0" rtl="0" algn="ctr">
              <a:lnSpc>
                <a:spcPct val="115000"/>
              </a:lnSpc>
              <a:spcBef>
                <a:spcPts val="0"/>
              </a:spcBef>
              <a:spcAft>
                <a:spcPts val="0"/>
              </a:spcAft>
              <a:buClr>
                <a:srgbClr val="000000"/>
              </a:buClr>
              <a:buSzPts val="4400"/>
              <a:buFont typeface="Arial"/>
              <a:buNone/>
            </a:pPr>
            <a:r>
              <a:rPr b="0" i="0" lang="ja" sz="4400" u="none" cap="none" strike="noStrike">
                <a:solidFill>
                  <a:srgbClr val="434343"/>
                </a:solidFill>
                <a:latin typeface="Kosugi Maru"/>
                <a:ea typeface="Kosugi Maru"/>
                <a:cs typeface="Kosugi Maru"/>
                <a:sym typeface="Kosugi Maru"/>
              </a:rPr>
              <a:t>質問タイム</a:t>
            </a:r>
            <a:endParaRPr b="0" i="0" sz="4400" u="none" cap="none" strike="noStrike">
              <a:solidFill>
                <a:srgbClr val="434343"/>
              </a:solidFill>
              <a:latin typeface="Kosugi Maru"/>
              <a:ea typeface="Kosugi Maru"/>
              <a:cs typeface="Kosugi Maru"/>
              <a:sym typeface="Kosugi Maru"/>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テーマ">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